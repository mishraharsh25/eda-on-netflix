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20" r:id="rId1"/>
  </p:sldMasterIdLst>
  <p:sldIdLst>
    <p:sldId id="258" r:id="rId2"/>
    <p:sldId id="257" r:id="rId3"/>
    <p:sldId id="259" r:id="rId4"/>
    <p:sldId id="260" r:id="rId5"/>
    <p:sldId id="265" r:id="rId6"/>
    <p:sldId id="266" r:id="rId7"/>
    <p:sldId id="267" r:id="rId8"/>
    <p:sldId id="268" r:id="rId9"/>
    <p:sldId id="261" r:id="rId10"/>
    <p:sldId id="269" r:id="rId11"/>
    <p:sldId id="262" r:id="rId12"/>
    <p:sldId id="263"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D8DDA7-A581-43F0-9DA0-36A2CE28BEB4}" v="876" dt="2025-11-13T12:35:51.3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eya Singh" userId="361f8598fdd80686" providerId="LiveId" clId="{160EC1CF-2501-4A19-8476-0ED882E7AD3E}"/>
    <pc:docChg chg="undo custSel addSld delSld modSld sldOrd">
      <pc:chgData name="Shreya Singh" userId="361f8598fdd80686" providerId="LiveId" clId="{160EC1CF-2501-4A19-8476-0ED882E7AD3E}" dt="2025-11-13T12:36:08.404" v="1840" actId="1076"/>
      <pc:docMkLst>
        <pc:docMk/>
      </pc:docMkLst>
      <pc:sldChg chg="modSp mod setBg">
        <pc:chgData name="Shreya Singh" userId="361f8598fdd80686" providerId="LiveId" clId="{160EC1CF-2501-4A19-8476-0ED882E7AD3E}" dt="2025-11-13T12:23:33.811" v="1576" actId="207"/>
        <pc:sldMkLst>
          <pc:docMk/>
          <pc:sldMk cId="55698249" sldId="257"/>
        </pc:sldMkLst>
        <pc:spChg chg="mod">
          <ac:chgData name="Shreya Singh" userId="361f8598fdd80686" providerId="LiveId" clId="{160EC1CF-2501-4A19-8476-0ED882E7AD3E}" dt="2025-11-13T12:23:33.811" v="1576" actId="207"/>
          <ac:spMkLst>
            <pc:docMk/>
            <pc:sldMk cId="55698249" sldId="257"/>
            <ac:spMk id="7" creationId="{171D95BA-90C4-2FFE-D325-189CA048AED6}"/>
          </ac:spMkLst>
        </pc:spChg>
      </pc:sldChg>
      <pc:sldChg chg="addSp delSp modSp mod">
        <pc:chgData name="Shreya Singh" userId="361f8598fdd80686" providerId="LiveId" clId="{160EC1CF-2501-4A19-8476-0ED882E7AD3E}" dt="2025-11-13T12:27:07.755" v="1621" actId="14100"/>
        <pc:sldMkLst>
          <pc:docMk/>
          <pc:sldMk cId="2822613983" sldId="258"/>
        </pc:sldMkLst>
        <pc:spChg chg="mod">
          <ac:chgData name="Shreya Singh" userId="361f8598fdd80686" providerId="LiveId" clId="{160EC1CF-2501-4A19-8476-0ED882E7AD3E}" dt="2025-11-11T18:00:59.877" v="20" actId="20577"/>
          <ac:spMkLst>
            <pc:docMk/>
            <pc:sldMk cId="2822613983" sldId="258"/>
            <ac:spMk id="5" creationId="{752BB6C5-5BB3-FEE2-6983-BAAC897BC282}"/>
          </ac:spMkLst>
        </pc:spChg>
        <pc:picChg chg="add mod">
          <ac:chgData name="Shreya Singh" userId="361f8598fdd80686" providerId="LiveId" clId="{160EC1CF-2501-4A19-8476-0ED882E7AD3E}" dt="2025-11-13T12:27:07.755" v="1621" actId="14100"/>
          <ac:picMkLst>
            <pc:docMk/>
            <pc:sldMk cId="2822613983" sldId="258"/>
            <ac:picMk id="4" creationId="{8E75793F-BDFB-1E21-DD6C-7343F5DDC06B}"/>
          </ac:picMkLst>
        </pc:picChg>
        <pc:picChg chg="del">
          <ac:chgData name="Shreya Singh" userId="361f8598fdd80686" providerId="LiveId" clId="{160EC1CF-2501-4A19-8476-0ED882E7AD3E}" dt="2025-11-13T12:26:39.447" v="1616" actId="21"/>
          <ac:picMkLst>
            <pc:docMk/>
            <pc:sldMk cId="2822613983" sldId="258"/>
            <ac:picMk id="7" creationId="{E1917BF9-532E-858E-2FEB-FFE78CECCC01}"/>
          </ac:picMkLst>
        </pc:picChg>
      </pc:sldChg>
      <pc:sldChg chg="addSp delSp modSp mod">
        <pc:chgData name="Shreya Singh" userId="361f8598fdd80686" providerId="LiveId" clId="{160EC1CF-2501-4A19-8476-0ED882E7AD3E}" dt="2025-11-13T11:59:42.946" v="1313" actId="1076"/>
        <pc:sldMkLst>
          <pc:docMk/>
          <pc:sldMk cId="2614668162" sldId="259"/>
        </pc:sldMkLst>
        <pc:picChg chg="add mod">
          <ac:chgData name="Shreya Singh" userId="361f8598fdd80686" providerId="LiveId" clId="{160EC1CF-2501-4A19-8476-0ED882E7AD3E}" dt="2025-11-13T11:59:42.946" v="1313" actId="1076"/>
          <ac:picMkLst>
            <pc:docMk/>
            <pc:sldMk cId="2614668162" sldId="259"/>
            <ac:picMk id="5" creationId="{E4A7E6C5-8213-F579-1C0A-9F6921A1CF23}"/>
          </ac:picMkLst>
        </pc:picChg>
        <pc:picChg chg="del">
          <ac:chgData name="Shreya Singh" userId="361f8598fdd80686" providerId="LiveId" clId="{160EC1CF-2501-4A19-8476-0ED882E7AD3E}" dt="2025-11-13T11:59:01.109" v="1304" actId="21"/>
          <ac:picMkLst>
            <pc:docMk/>
            <pc:sldMk cId="2614668162" sldId="259"/>
            <ac:picMk id="6" creationId="{5B65E81D-281F-81B8-6C9C-C2F8020091AD}"/>
          </ac:picMkLst>
        </pc:picChg>
      </pc:sldChg>
      <pc:sldChg chg="addSp modSp mod setBg">
        <pc:chgData name="Shreya Singh" userId="361f8598fdd80686" providerId="LiveId" clId="{160EC1CF-2501-4A19-8476-0ED882E7AD3E}" dt="2025-11-13T12:23:05.323" v="1572"/>
        <pc:sldMkLst>
          <pc:docMk/>
          <pc:sldMk cId="2319232526" sldId="260"/>
        </pc:sldMkLst>
        <pc:spChg chg="mod">
          <ac:chgData name="Shreya Singh" userId="361f8598fdd80686" providerId="LiveId" clId="{160EC1CF-2501-4A19-8476-0ED882E7AD3E}" dt="2025-11-13T11:54:48.701" v="540" actId="1076"/>
          <ac:spMkLst>
            <pc:docMk/>
            <pc:sldMk cId="2319232526" sldId="260"/>
            <ac:spMk id="7" creationId="{C13851E5-AEC9-77B1-D963-BAE4B57D439C}"/>
          </ac:spMkLst>
        </pc:spChg>
        <pc:picChg chg="add mod">
          <ac:chgData name="Shreya Singh" userId="361f8598fdd80686" providerId="LiveId" clId="{160EC1CF-2501-4A19-8476-0ED882E7AD3E}" dt="2025-11-11T18:14:11.803" v="25" actId="14100"/>
          <ac:picMkLst>
            <pc:docMk/>
            <pc:sldMk cId="2319232526" sldId="260"/>
            <ac:picMk id="4" creationId="{1602BD8F-C640-63CB-0FEB-06489DDEDBBF}"/>
          </ac:picMkLst>
        </pc:picChg>
      </pc:sldChg>
      <pc:sldChg chg="addSp modSp mod">
        <pc:chgData name="Shreya Singh" userId="361f8598fdd80686" providerId="LiveId" clId="{160EC1CF-2501-4A19-8476-0ED882E7AD3E}" dt="2025-11-13T12:36:08.404" v="1840" actId="1076"/>
        <pc:sldMkLst>
          <pc:docMk/>
          <pc:sldMk cId="2549884433" sldId="261"/>
        </pc:sldMkLst>
        <pc:picChg chg="add mod">
          <ac:chgData name="Shreya Singh" userId="361f8598fdd80686" providerId="LiveId" clId="{160EC1CF-2501-4A19-8476-0ED882E7AD3E}" dt="2025-11-13T12:36:08.404" v="1840" actId="1076"/>
          <ac:picMkLst>
            <pc:docMk/>
            <pc:sldMk cId="2549884433" sldId="261"/>
            <ac:picMk id="6" creationId="{74BE8F5F-87DF-A7D1-3952-565959C2C7D2}"/>
          </ac:picMkLst>
        </pc:picChg>
      </pc:sldChg>
      <pc:sldChg chg="addSp delSp modSp mod setBg">
        <pc:chgData name="Shreya Singh" userId="361f8598fdd80686" providerId="LiveId" clId="{160EC1CF-2501-4A19-8476-0ED882E7AD3E}" dt="2025-11-13T12:28:53.090" v="1821" actId="14861"/>
        <pc:sldMkLst>
          <pc:docMk/>
          <pc:sldMk cId="289009186" sldId="262"/>
        </pc:sldMkLst>
        <pc:spChg chg="mod">
          <ac:chgData name="Shreya Singh" userId="361f8598fdd80686" providerId="LiveId" clId="{160EC1CF-2501-4A19-8476-0ED882E7AD3E}" dt="2025-11-13T12:22:42.935" v="1571" actId="255"/>
          <ac:spMkLst>
            <pc:docMk/>
            <pc:sldMk cId="289009186" sldId="262"/>
            <ac:spMk id="2" creationId="{8087813D-4DD0-3222-3952-48D6E683D6D4}"/>
          </ac:spMkLst>
        </pc:spChg>
        <pc:spChg chg="mod">
          <ac:chgData name="Shreya Singh" userId="361f8598fdd80686" providerId="LiveId" clId="{160EC1CF-2501-4A19-8476-0ED882E7AD3E}" dt="2025-11-13T12:21:42.449" v="1565" actId="207"/>
          <ac:spMkLst>
            <pc:docMk/>
            <pc:sldMk cId="289009186" sldId="262"/>
            <ac:spMk id="4" creationId="{4BDD496F-0AE9-0570-0D1F-1BAFCAB6FA17}"/>
          </ac:spMkLst>
        </pc:spChg>
        <pc:picChg chg="add del mod">
          <ac:chgData name="Shreya Singh" userId="361f8598fdd80686" providerId="LiveId" clId="{160EC1CF-2501-4A19-8476-0ED882E7AD3E}" dt="2025-11-13T12:26:32.294" v="1615" actId="21"/>
          <ac:picMkLst>
            <pc:docMk/>
            <pc:sldMk cId="289009186" sldId="262"/>
            <ac:picMk id="5" creationId="{FEF9EB51-E5A9-2676-6039-9F79B34BFCEF}"/>
          </ac:picMkLst>
        </pc:picChg>
        <pc:picChg chg="add mod">
          <ac:chgData name="Shreya Singh" userId="361f8598fdd80686" providerId="LiveId" clId="{160EC1CF-2501-4A19-8476-0ED882E7AD3E}" dt="2025-11-13T12:28:53.090" v="1821" actId="14861"/>
          <ac:picMkLst>
            <pc:docMk/>
            <pc:sldMk cId="289009186" sldId="262"/>
            <ac:picMk id="7" creationId="{AEC95249-C787-ECC3-0BD7-D4C69101AF65}"/>
          </ac:picMkLst>
        </pc:picChg>
      </pc:sldChg>
      <pc:sldChg chg="addSp delSp modSp del">
        <pc:chgData name="Shreya Singh" userId="361f8598fdd80686" providerId="LiveId" clId="{160EC1CF-2501-4A19-8476-0ED882E7AD3E}" dt="2025-11-13T12:18:49.162" v="1521" actId="2696"/>
        <pc:sldMkLst>
          <pc:docMk/>
          <pc:sldMk cId="737633662" sldId="264"/>
        </pc:sldMkLst>
        <pc:spChg chg="add del mod">
          <ac:chgData name="Shreya Singh" userId="361f8598fdd80686" providerId="LiveId" clId="{160EC1CF-2501-4A19-8476-0ED882E7AD3E}" dt="2025-11-13T12:04:02.228" v="1322"/>
          <ac:spMkLst>
            <pc:docMk/>
            <pc:sldMk cId="737633662" sldId="264"/>
            <ac:spMk id="5" creationId="{E019B4EA-FB4F-27E1-64C1-AC65B8DAEFFF}"/>
          </ac:spMkLst>
        </pc:spChg>
        <pc:spChg chg="mod">
          <ac:chgData name="Shreya Singh" userId="361f8598fdd80686" providerId="LiveId" clId="{160EC1CF-2501-4A19-8476-0ED882E7AD3E}" dt="2025-11-13T12:01:56.664" v="1317" actId="18245"/>
          <ac:spMkLst>
            <pc:docMk/>
            <pc:sldMk cId="737633662" sldId="264"/>
            <ac:spMk id="7" creationId="{8498DA78-F248-2AF0-3531-A6ADD863FB0F}"/>
          </ac:spMkLst>
        </pc:spChg>
        <pc:spChg chg="mod">
          <ac:chgData name="Shreya Singh" userId="361f8598fdd80686" providerId="LiveId" clId="{160EC1CF-2501-4A19-8476-0ED882E7AD3E}" dt="2025-11-13T12:01:56.664" v="1317" actId="18245"/>
          <ac:spMkLst>
            <pc:docMk/>
            <pc:sldMk cId="737633662" sldId="264"/>
            <ac:spMk id="8" creationId="{75E832A2-EF2D-440B-6EEC-7F0E29C75824}"/>
          </ac:spMkLst>
        </pc:spChg>
        <pc:spChg chg="mod">
          <ac:chgData name="Shreya Singh" userId="361f8598fdd80686" providerId="LiveId" clId="{160EC1CF-2501-4A19-8476-0ED882E7AD3E}" dt="2025-11-13T12:01:56.664" v="1317" actId="18245"/>
          <ac:spMkLst>
            <pc:docMk/>
            <pc:sldMk cId="737633662" sldId="264"/>
            <ac:spMk id="9" creationId="{F256AE1A-F9F4-8448-6F9C-636003658786}"/>
          </ac:spMkLst>
        </pc:spChg>
        <pc:spChg chg="mod">
          <ac:chgData name="Shreya Singh" userId="361f8598fdd80686" providerId="LiveId" clId="{160EC1CF-2501-4A19-8476-0ED882E7AD3E}" dt="2025-11-13T12:01:35.730" v="1316" actId="18245"/>
          <ac:spMkLst>
            <pc:docMk/>
            <pc:sldMk cId="737633662" sldId="264"/>
            <ac:spMk id="10" creationId="{036220A5-CDE1-B280-0899-C427021323DB}"/>
          </ac:spMkLst>
        </pc:spChg>
        <pc:grpChg chg="mod">
          <ac:chgData name="Shreya Singh" userId="361f8598fdd80686" providerId="LiveId" clId="{160EC1CF-2501-4A19-8476-0ED882E7AD3E}" dt="2025-11-13T12:01:56.664" v="1317" actId="18245"/>
          <ac:grpSpMkLst>
            <pc:docMk/>
            <pc:sldMk cId="737633662" sldId="264"/>
            <ac:grpSpMk id="6" creationId="{C6EBD0BF-EEAD-1A54-A224-902C2801A0C4}"/>
          </ac:grpSpMkLst>
        </pc:grpChg>
        <pc:graphicFrameChg chg="add del mod">
          <ac:chgData name="Shreya Singh" userId="361f8598fdd80686" providerId="LiveId" clId="{160EC1CF-2501-4A19-8476-0ED882E7AD3E}" dt="2025-11-13T12:01:56.664" v="1317" actId="18245"/>
          <ac:graphicFrameMkLst>
            <pc:docMk/>
            <pc:sldMk cId="737633662" sldId="264"/>
            <ac:graphicFrameMk id="4" creationId="{4B2F98F8-2B0F-C8E7-EEC7-5A3AE11EE8DF}"/>
          </ac:graphicFrameMkLst>
        </pc:graphicFrameChg>
      </pc:sldChg>
      <pc:sldChg chg="ord setBg">
        <pc:chgData name="Shreya Singh" userId="361f8598fdd80686" providerId="LiveId" clId="{160EC1CF-2501-4A19-8476-0ED882E7AD3E}" dt="2025-11-13T12:27:21.768" v="1625"/>
        <pc:sldMkLst>
          <pc:docMk/>
          <pc:sldMk cId="1760329218" sldId="265"/>
        </pc:sldMkLst>
      </pc:sldChg>
      <pc:sldChg chg="setBg">
        <pc:chgData name="Shreya Singh" userId="361f8598fdd80686" providerId="LiveId" clId="{160EC1CF-2501-4A19-8476-0ED882E7AD3E}" dt="2025-11-13T11:55:53.205" v="886"/>
        <pc:sldMkLst>
          <pc:docMk/>
          <pc:sldMk cId="1632443351" sldId="266"/>
        </pc:sldMkLst>
      </pc:sldChg>
      <pc:sldChg chg="setBg">
        <pc:chgData name="Shreya Singh" userId="361f8598fdd80686" providerId="LiveId" clId="{160EC1CF-2501-4A19-8476-0ED882E7AD3E}" dt="2025-11-13T11:56:40.742" v="1103"/>
        <pc:sldMkLst>
          <pc:docMk/>
          <pc:sldMk cId="1630538347" sldId="267"/>
        </pc:sldMkLst>
      </pc:sldChg>
      <pc:sldChg chg="setBg">
        <pc:chgData name="Shreya Singh" userId="361f8598fdd80686" providerId="LiveId" clId="{160EC1CF-2501-4A19-8476-0ED882E7AD3E}" dt="2025-11-13T11:57:01.566" v="1303"/>
        <pc:sldMkLst>
          <pc:docMk/>
          <pc:sldMk cId="3967054985" sldId="268"/>
        </pc:sldMkLst>
      </pc:sldChg>
      <pc:sldChg chg="addSp delSp modSp new mod">
        <pc:chgData name="Shreya Singh" userId="361f8598fdd80686" providerId="LiveId" clId="{160EC1CF-2501-4A19-8476-0ED882E7AD3E}" dt="2025-11-13T12:20:46.147" v="1562" actId="207"/>
        <pc:sldMkLst>
          <pc:docMk/>
          <pc:sldMk cId="726947673" sldId="269"/>
        </pc:sldMkLst>
        <pc:spChg chg="add mod">
          <ac:chgData name="Shreya Singh" userId="361f8598fdd80686" providerId="LiveId" clId="{160EC1CF-2501-4A19-8476-0ED882E7AD3E}" dt="2025-11-13T12:07:50.230" v="1410" actId="207"/>
          <ac:spMkLst>
            <pc:docMk/>
            <pc:sldMk cId="726947673" sldId="269"/>
            <ac:spMk id="2" creationId="{087B63B6-4EE6-A634-1BF8-8F43FADC4858}"/>
          </ac:spMkLst>
        </pc:spChg>
        <pc:spChg chg="add mod">
          <ac:chgData name="Shreya Singh" userId="361f8598fdd80686" providerId="LiveId" clId="{160EC1CF-2501-4A19-8476-0ED882E7AD3E}" dt="2025-11-13T12:10:53.015" v="1447" actId="1076"/>
          <ac:spMkLst>
            <pc:docMk/>
            <pc:sldMk cId="726947673" sldId="269"/>
            <ac:spMk id="3" creationId="{0DE05175-17B0-5A18-46D8-F53CAFB890E2}"/>
          </ac:spMkLst>
        </pc:spChg>
        <pc:spChg chg="add mod">
          <ac:chgData name="Shreya Singh" userId="361f8598fdd80686" providerId="LiveId" clId="{160EC1CF-2501-4A19-8476-0ED882E7AD3E}" dt="2025-11-13T12:09:02.961" v="1427" actId="2711"/>
          <ac:spMkLst>
            <pc:docMk/>
            <pc:sldMk cId="726947673" sldId="269"/>
            <ac:spMk id="4" creationId="{D5CD27D1-A907-3983-45B7-FA0AD1885E16}"/>
          </ac:spMkLst>
        </pc:spChg>
        <pc:spChg chg="add mod">
          <ac:chgData name="Shreya Singh" userId="361f8598fdd80686" providerId="LiveId" clId="{160EC1CF-2501-4A19-8476-0ED882E7AD3E}" dt="2025-11-13T12:10:02.729" v="1443" actId="20577"/>
          <ac:spMkLst>
            <pc:docMk/>
            <pc:sldMk cId="726947673" sldId="269"/>
            <ac:spMk id="5" creationId="{7181AB94-D939-C9F0-D56F-8F9E3E125EA0}"/>
          </ac:spMkLst>
        </pc:spChg>
        <pc:spChg chg="add mod">
          <ac:chgData name="Shreya Singh" userId="361f8598fdd80686" providerId="LiveId" clId="{160EC1CF-2501-4A19-8476-0ED882E7AD3E}" dt="2025-11-13T12:13:25.264" v="1476" actId="207"/>
          <ac:spMkLst>
            <pc:docMk/>
            <pc:sldMk cId="726947673" sldId="269"/>
            <ac:spMk id="6" creationId="{005F2E23-D856-A680-ED8D-B16EFD0C992F}"/>
          </ac:spMkLst>
        </pc:spChg>
        <pc:spChg chg="add mod">
          <ac:chgData name="Shreya Singh" userId="361f8598fdd80686" providerId="LiveId" clId="{160EC1CF-2501-4A19-8476-0ED882E7AD3E}" dt="2025-11-13T12:17:55.695" v="1511" actId="255"/>
          <ac:spMkLst>
            <pc:docMk/>
            <pc:sldMk cId="726947673" sldId="269"/>
            <ac:spMk id="7" creationId="{5A65BEA2-85A5-6D7F-B284-1F9FED6934C2}"/>
          </ac:spMkLst>
        </pc:spChg>
        <pc:spChg chg="add del mod">
          <ac:chgData name="Shreya Singh" userId="361f8598fdd80686" providerId="LiveId" clId="{160EC1CF-2501-4A19-8476-0ED882E7AD3E}" dt="2025-11-13T12:18:38.417" v="1518"/>
          <ac:spMkLst>
            <pc:docMk/>
            <pc:sldMk cId="726947673" sldId="269"/>
            <ac:spMk id="8" creationId="{CDF1FCB2-798E-5415-FB31-0ED1A7CC3726}"/>
          </ac:spMkLst>
        </pc:spChg>
        <pc:spChg chg="add del">
          <ac:chgData name="Shreya Singh" userId="361f8598fdd80686" providerId="LiveId" clId="{160EC1CF-2501-4A19-8476-0ED882E7AD3E}" dt="2025-11-13T12:18:12.142" v="1514" actId="11529"/>
          <ac:spMkLst>
            <pc:docMk/>
            <pc:sldMk cId="726947673" sldId="269"/>
            <ac:spMk id="9" creationId="{415B7DB7-FAAD-B4ED-F73C-484B756B7F57}"/>
          </ac:spMkLst>
        </pc:spChg>
        <pc:spChg chg="add del mod">
          <ac:chgData name="Shreya Singh" userId="361f8598fdd80686" providerId="LiveId" clId="{160EC1CF-2501-4A19-8476-0ED882E7AD3E}" dt="2025-11-13T12:18:38.417" v="1520"/>
          <ac:spMkLst>
            <pc:docMk/>
            <pc:sldMk cId="726947673" sldId="269"/>
            <ac:spMk id="10" creationId="{59A0DE29-3F75-851A-58F9-EF8FA4683677}"/>
          </ac:spMkLst>
        </pc:spChg>
        <pc:spChg chg="add mod">
          <ac:chgData name="Shreya Singh" userId="361f8598fdd80686" providerId="LiveId" clId="{160EC1CF-2501-4A19-8476-0ED882E7AD3E}" dt="2025-11-13T12:20:46.147" v="1562" actId="207"/>
          <ac:spMkLst>
            <pc:docMk/>
            <pc:sldMk cId="726947673" sldId="269"/>
            <ac:spMk id="11" creationId="{A70D0EA5-9B77-456E-5326-C7B19B9E9EC2}"/>
          </ac:spMkLst>
        </pc:spChg>
      </pc:sldChg>
      <pc:sldChg chg="addSp modSp new mod">
        <pc:chgData name="Shreya Singh" userId="361f8598fdd80686" providerId="LiveId" clId="{160EC1CF-2501-4A19-8476-0ED882E7AD3E}" dt="2025-11-13T12:30:12.405" v="1834" actId="2711"/>
        <pc:sldMkLst>
          <pc:docMk/>
          <pc:sldMk cId="2181174027" sldId="270"/>
        </pc:sldMkLst>
        <pc:spChg chg="add mod">
          <ac:chgData name="Shreya Singh" userId="361f8598fdd80686" providerId="LiveId" clId="{160EC1CF-2501-4A19-8476-0ED882E7AD3E}" dt="2025-11-13T12:30:12.405" v="1834" actId="2711"/>
          <ac:spMkLst>
            <pc:docMk/>
            <pc:sldMk cId="2181174027" sldId="270"/>
            <ac:spMk id="2" creationId="{AE54B929-DA7C-111F-AAAD-357DB4809D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35CB50FD-83DD-4450-ACFF-720D50612600}" type="datetimeFigureOut">
              <a:rPr lang="en-US" smtClean="0"/>
              <a:t>11/13/2025</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FC165ADC-C3BE-4AA0-81CD-A9BA8698B5B3}" type="slidenum">
              <a:rPr lang="en-US" smtClean="0"/>
              <a:t>‹#›</a:t>
            </a:fld>
            <a:endParaRPr lang="en-US"/>
          </a:p>
        </p:txBody>
      </p:sp>
    </p:spTree>
    <p:extLst>
      <p:ext uri="{BB962C8B-B14F-4D97-AF65-F5344CB8AC3E}">
        <p14:creationId xmlns:p14="http://schemas.microsoft.com/office/powerpoint/2010/main" val="293957986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CB50FD-83DD-4450-ACFF-720D50612600}"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165ADC-C3BE-4AA0-81CD-A9BA8698B5B3}" type="slidenum">
              <a:rPr lang="en-US" smtClean="0"/>
              <a:t>‹#›</a:t>
            </a:fld>
            <a:endParaRPr lang="en-US"/>
          </a:p>
        </p:txBody>
      </p:sp>
    </p:spTree>
    <p:extLst>
      <p:ext uri="{BB962C8B-B14F-4D97-AF65-F5344CB8AC3E}">
        <p14:creationId xmlns:p14="http://schemas.microsoft.com/office/powerpoint/2010/main" val="664110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CB50FD-83DD-4450-ACFF-720D50612600}"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165ADC-C3BE-4AA0-81CD-A9BA8698B5B3}" type="slidenum">
              <a:rPr lang="en-US" smtClean="0"/>
              <a:t>‹#›</a:t>
            </a:fld>
            <a:endParaRPr lang="en-US"/>
          </a:p>
        </p:txBody>
      </p:sp>
    </p:spTree>
    <p:extLst>
      <p:ext uri="{BB962C8B-B14F-4D97-AF65-F5344CB8AC3E}">
        <p14:creationId xmlns:p14="http://schemas.microsoft.com/office/powerpoint/2010/main" val="2085553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5CB50FD-83DD-4450-ACFF-720D50612600}"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165ADC-C3BE-4AA0-81CD-A9BA8698B5B3}" type="slidenum">
              <a:rPr lang="en-US" smtClean="0"/>
              <a:t>‹#›</a:t>
            </a:fld>
            <a:endParaRPr lang="en-US"/>
          </a:p>
        </p:txBody>
      </p:sp>
    </p:spTree>
    <p:extLst>
      <p:ext uri="{BB962C8B-B14F-4D97-AF65-F5344CB8AC3E}">
        <p14:creationId xmlns:p14="http://schemas.microsoft.com/office/powerpoint/2010/main" val="448657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5CB50FD-83DD-4450-ACFF-720D50612600}" type="datetimeFigureOut">
              <a:rPr lang="en-US" smtClean="0"/>
              <a:t>11/13/2025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C165ADC-C3BE-4AA0-81CD-A9BA8698B5B3}" type="slidenum">
              <a:rPr lang="en-US" smtClean="0"/>
              <a:t>‹#›</a:t>
            </a:fld>
            <a:endParaRPr lang="en-US"/>
          </a:p>
        </p:txBody>
      </p:sp>
    </p:spTree>
    <p:extLst>
      <p:ext uri="{BB962C8B-B14F-4D97-AF65-F5344CB8AC3E}">
        <p14:creationId xmlns:p14="http://schemas.microsoft.com/office/powerpoint/2010/main" val="2109212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5CB50FD-83DD-4450-ACFF-720D50612600}" type="datetimeFigureOut">
              <a:rPr lang="en-US" smtClean="0"/>
              <a:t>11/13/2025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C165ADC-C3BE-4AA0-81CD-A9BA8698B5B3}" type="slidenum">
              <a:rPr lang="en-US" smtClean="0"/>
              <a:t>‹#›</a:t>
            </a:fld>
            <a:endParaRPr lang="en-US"/>
          </a:p>
        </p:txBody>
      </p:sp>
    </p:spTree>
    <p:extLst>
      <p:ext uri="{BB962C8B-B14F-4D97-AF65-F5344CB8AC3E}">
        <p14:creationId xmlns:p14="http://schemas.microsoft.com/office/powerpoint/2010/main" val="111585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35CB50FD-83DD-4450-ACFF-720D50612600}" type="datetimeFigureOut">
              <a:rPr lang="en-US" smtClean="0"/>
              <a:t>11/13/2025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C165ADC-C3BE-4AA0-81CD-A9BA8698B5B3}" type="slidenum">
              <a:rPr lang="en-US" smtClean="0"/>
              <a:t>‹#›</a:t>
            </a:fld>
            <a:endParaRPr lang="en-US"/>
          </a:p>
        </p:txBody>
      </p:sp>
    </p:spTree>
    <p:extLst>
      <p:ext uri="{BB962C8B-B14F-4D97-AF65-F5344CB8AC3E}">
        <p14:creationId xmlns:p14="http://schemas.microsoft.com/office/powerpoint/2010/main" val="2069303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CB50FD-83DD-4450-ACFF-720D50612600}"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165ADC-C3BE-4AA0-81CD-A9BA8698B5B3}" type="slidenum">
              <a:rPr lang="en-US" smtClean="0"/>
              <a:t>‹#›</a:t>
            </a:fld>
            <a:endParaRPr lang="en-US"/>
          </a:p>
        </p:txBody>
      </p:sp>
    </p:spTree>
    <p:extLst>
      <p:ext uri="{BB962C8B-B14F-4D97-AF65-F5344CB8AC3E}">
        <p14:creationId xmlns:p14="http://schemas.microsoft.com/office/powerpoint/2010/main" val="1917150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CB50FD-83DD-4450-ACFF-720D50612600}"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165ADC-C3BE-4AA0-81CD-A9BA8698B5B3}" type="slidenum">
              <a:rPr lang="en-US" smtClean="0"/>
              <a:t>‹#›</a:t>
            </a:fld>
            <a:endParaRPr lang="en-US"/>
          </a:p>
        </p:txBody>
      </p:sp>
    </p:spTree>
    <p:extLst>
      <p:ext uri="{BB962C8B-B14F-4D97-AF65-F5344CB8AC3E}">
        <p14:creationId xmlns:p14="http://schemas.microsoft.com/office/powerpoint/2010/main" val="3585161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CB50FD-83DD-4450-ACFF-720D50612600}" type="datetimeFigureOut">
              <a:rPr lang="en-US" smtClean="0"/>
              <a:t>11/13/2025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165ADC-C3BE-4AA0-81CD-A9BA8698B5B3}" type="slidenum">
              <a:rPr lang="en-US" smtClean="0"/>
              <a:t>‹#›</a:t>
            </a:fld>
            <a:endParaRPr lang="en-US"/>
          </a:p>
        </p:txBody>
      </p:sp>
    </p:spTree>
    <p:extLst>
      <p:ext uri="{BB962C8B-B14F-4D97-AF65-F5344CB8AC3E}">
        <p14:creationId xmlns:p14="http://schemas.microsoft.com/office/powerpoint/2010/main" val="39690743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CB50FD-83DD-4450-ACFF-720D50612600}"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165ADC-C3BE-4AA0-81CD-A9BA8698B5B3}" type="slidenum">
              <a:rPr lang="en-US" smtClean="0"/>
              <a:t>‹#›</a:t>
            </a:fld>
            <a:endParaRPr lang="en-US"/>
          </a:p>
        </p:txBody>
      </p:sp>
    </p:spTree>
    <p:extLst>
      <p:ext uri="{BB962C8B-B14F-4D97-AF65-F5344CB8AC3E}">
        <p14:creationId xmlns:p14="http://schemas.microsoft.com/office/powerpoint/2010/main" val="39173789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CB50FD-83DD-4450-ACFF-720D50612600}"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165ADC-C3BE-4AA0-81CD-A9BA8698B5B3}" type="slidenum">
              <a:rPr lang="en-US" smtClean="0"/>
              <a:t>‹#›</a:t>
            </a:fld>
            <a:endParaRPr lang="en-US"/>
          </a:p>
        </p:txBody>
      </p:sp>
    </p:spTree>
    <p:extLst>
      <p:ext uri="{BB962C8B-B14F-4D97-AF65-F5344CB8AC3E}">
        <p14:creationId xmlns:p14="http://schemas.microsoft.com/office/powerpoint/2010/main" val="37436476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CB50FD-83DD-4450-ACFF-720D50612600}"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165ADC-C3BE-4AA0-81CD-A9BA8698B5B3}" type="slidenum">
              <a:rPr lang="en-US" smtClean="0"/>
              <a:t>‹#›</a:t>
            </a:fld>
            <a:endParaRPr lang="en-US"/>
          </a:p>
        </p:txBody>
      </p:sp>
    </p:spTree>
    <p:extLst>
      <p:ext uri="{BB962C8B-B14F-4D97-AF65-F5344CB8AC3E}">
        <p14:creationId xmlns:p14="http://schemas.microsoft.com/office/powerpoint/2010/main" val="28656491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CB50FD-83DD-4450-ACFF-720D50612600}"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165ADC-C3BE-4AA0-81CD-A9BA8698B5B3}" type="slidenum">
              <a:rPr lang="en-US" smtClean="0"/>
              <a:t>‹#›</a:t>
            </a:fld>
            <a:endParaRPr lang="en-US"/>
          </a:p>
        </p:txBody>
      </p:sp>
    </p:spTree>
    <p:extLst>
      <p:ext uri="{BB962C8B-B14F-4D97-AF65-F5344CB8AC3E}">
        <p14:creationId xmlns:p14="http://schemas.microsoft.com/office/powerpoint/2010/main" val="6188821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CB50FD-83DD-4450-ACFF-720D50612600}"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165ADC-C3BE-4AA0-81CD-A9BA8698B5B3}" type="slidenum">
              <a:rPr lang="en-US" smtClean="0"/>
              <a:t>‹#›</a:t>
            </a:fld>
            <a:endParaRPr lang="en-US"/>
          </a:p>
        </p:txBody>
      </p:sp>
    </p:spTree>
    <p:extLst>
      <p:ext uri="{BB962C8B-B14F-4D97-AF65-F5344CB8AC3E}">
        <p14:creationId xmlns:p14="http://schemas.microsoft.com/office/powerpoint/2010/main" val="7188289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CB50FD-83DD-4450-ACFF-720D50612600}"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165ADC-C3BE-4AA0-81CD-A9BA8698B5B3}" type="slidenum">
              <a:rPr lang="en-US" smtClean="0"/>
              <a:t>‹#›</a:t>
            </a:fld>
            <a:endParaRPr lang="en-US"/>
          </a:p>
        </p:txBody>
      </p:sp>
    </p:spTree>
    <p:extLst>
      <p:ext uri="{BB962C8B-B14F-4D97-AF65-F5344CB8AC3E}">
        <p14:creationId xmlns:p14="http://schemas.microsoft.com/office/powerpoint/2010/main" val="19662932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5CB50FD-83DD-4450-ACFF-720D50612600}" type="datetimeFigureOut">
              <a:rPr lang="en-US" smtClean="0"/>
              <a:t>11/13/2025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165ADC-C3BE-4AA0-81CD-A9BA8698B5B3}" type="slidenum">
              <a:rPr lang="en-US" smtClean="0"/>
              <a:t>‹#›</a:t>
            </a:fld>
            <a:endParaRPr lang="en-US"/>
          </a:p>
        </p:txBody>
      </p:sp>
    </p:spTree>
    <p:extLst>
      <p:ext uri="{BB962C8B-B14F-4D97-AF65-F5344CB8AC3E}">
        <p14:creationId xmlns:p14="http://schemas.microsoft.com/office/powerpoint/2010/main" val="1182058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5CB50FD-83DD-4450-ACFF-720D50612600}" type="datetimeFigureOut">
              <a:rPr lang="en-US" smtClean="0"/>
              <a:t>11/13/2025</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C165ADC-C3BE-4AA0-81CD-A9BA8698B5B3}" type="slidenum">
              <a:rPr lang="en-US" smtClean="0"/>
              <a:t>‹#›</a:t>
            </a:fld>
            <a:endParaRPr lang="en-US"/>
          </a:p>
        </p:txBody>
      </p:sp>
    </p:spTree>
    <p:extLst>
      <p:ext uri="{BB962C8B-B14F-4D97-AF65-F5344CB8AC3E}">
        <p14:creationId xmlns:p14="http://schemas.microsoft.com/office/powerpoint/2010/main" val="2956056509"/>
      </p:ext>
    </p:extLst>
  </p:cSld>
  <p:clrMap bg1="dk1" tx1="lt1" bg2="dk2" tx2="lt2" accent1="accent1" accent2="accent2" accent3="accent3" accent4="accent4" accent5="accent5" accent6="accent6" hlink="hlink" folHlink="folHlink"/>
  <p:sldLayoutIdLst>
    <p:sldLayoutId id="2147484021"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31" r:id="rId11"/>
    <p:sldLayoutId id="2147484032" r:id="rId12"/>
    <p:sldLayoutId id="2147484033" r:id="rId13"/>
    <p:sldLayoutId id="2147484034" r:id="rId14"/>
    <p:sldLayoutId id="2147484035" r:id="rId15"/>
    <p:sldLayoutId id="2147484036" r:id="rId16"/>
    <p:sldLayoutId id="214748403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MishraHarsh25/EDA-on-Netflix"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5F0238-0221-8C06-7DA0-442F255C2A06}"/>
              </a:ext>
            </a:extLst>
          </p:cNvPr>
          <p:cNvSpPr txBox="1"/>
          <p:nvPr/>
        </p:nvSpPr>
        <p:spPr>
          <a:xfrm>
            <a:off x="585020" y="762001"/>
            <a:ext cx="4763728" cy="1569660"/>
          </a:xfrm>
          <a:prstGeom prst="rect">
            <a:avLst/>
          </a:prstGeom>
          <a:noFill/>
        </p:spPr>
        <p:txBody>
          <a:bodyPr wrap="square" rtlCol="0">
            <a:spAutoFit/>
          </a:bodyPr>
          <a:lstStyle/>
          <a:p>
            <a:r>
              <a:rPr lang="en-US" sz="3200" b="1" dirty="0">
                <a:solidFill>
                  <a:schemeClr val="bg1"/>
                </a:solidFill>
                <a:latin typeface="Algerian" panose="04020705040A02060702" pitchFamily="82" charset="0"/>
              </a:rPr>
              <a:t>EDA On Netflix Movies And TV Shows Dataset</a:t>
            </a:r>
          </a:p>
        </p:txBody>
      </p:sp>
      <p:sp>
        <p:nvSpPr>
          <p:cNvPr id="5" name="TextBox 4">
            <a:extLst>
              <a:ext uri="{FF2B5EF4-FFF2-40B4-BE49-F238E27FC236}">
                <a16:creationId xmlns:a16="http://schemas.microsoft.com/office/drawing/2014/main" id="{752BB6C5-5BB3-FEE2-6983-BAAC897BC282}"/>
              </a:ext>
            </a:extLst>
          </p:cNvPr>
          <p:cNvSpPr txBox="1"/>
          <p:nvPr/>
        </p:nvSpPr>
        <p:spPr>
          <a:xfrm>
            <a:off x="442452" y="3603010"/>
            <a:ext cx="3716594" cy="1015663"/>
          </a:xfrm>
          <a:prstGeom prst="rect">
            <a:avLst/>
          </a:prstGeom>
          <a:noFill/>
        </p:spPr>
        <p:txBody>
          <a:bodyPr wrap="square" rtlCol="0">
            <a:spAutoFit/>
          </a:bodyPr>
          <a:lstStyle/>
          <a:p>
            <a:r>
              <a:rPr lang="en-US" sz="2000" dirty="0"/>
              <a:t>Presented By : Harsh Mishra</a:t>
            </a:r>
          </a:p>
          <a:p>
            <a:r>
              <a:rPr lang="en-US" sz="2000" dirty="0"/>
              <a:t>Guide By : Naina Devi</a:t>
            </a:r>
          </a:p>
          <a:p>
            <a:r>
              <a:rPr lang="en-US" sz="2000" dirty="0"/>
              <a:t>College : Techno India University</a:t>
            </a:r>
          </a:p>
        </p:txBody>
      </p:sp>
      <p:pic>
        <p:nvPicPr>
          <p:cNvPr id="4" name="Picture 3">
            <a:extLst>
              <a:ext uri="{FF2B5EF4-FFF2-40B4-BE49-F238E27FC236}">
                <a16:creationId xmlns:a16="http://schemas.microsoft.com/office/drawing/2014/main" id="{8E75793F-BDFB-1E21-DD6C-7343F5DDC0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2942" y="0"/>
            <a:ext cx="7089058" cy="6857999"/>
          </a:xfrm>
          <a:prstGeom prst="rect">
            <a:avLst/>
          </a:prstGeom>
        </p:spPr>
      </p:pic>
    </p:spTree>
    <p:extLst>
      <p:ext uri="{BB962C8B-B14F-4D97-AF65-F5344CB8AC3E}">
        <p14:creationId xmlns:p14="http://schemas.microsoft.com/office/powerpoint/2010/main" val="28226139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9ADA7-CCF3-BA85-D9CF-59C3D701A009}"/>
              </a:ext>
            </a:extLst>
          </p:cNvPr>
          <p:cNvSpPr>
            <a:spLocks noGrp="1"/>
          </p:cNvSpPr>
          <p:nvPr>
            <p:ph type="title"/>
          </p:nvPr>
        </p:nvSpPr>
        <p:spPr/>
        <p:txBody>
          <a:bodyPr/>
          <a:lstStyle/>
          <a:p>
            <a:r>
              <a:rPr lang="en-US" dirty="0">
                <a:solidFill>
                  <a:schemeClr val="accent2">
                    <a:lumMod val="50000"/>
                  </a:schemeClr>
                </a:solidFill>
                <a:latin typeface="Arial Black" panose="020B0A04020102020204" pitchFamily="34" charset="0"/>
              </a:rPr>
              <a:t>AGENDA:</a:t>
            </a:r>
          </a:p>
        </p:txBody>
      </p:sp>
      <p:sp>
        <p:nvSpPr>
          <p:cNvPr id="7" name="TextBox 6">
            <a:extLst>
              <a:ext uri="{FF2B5EF4-FFF2-40B4-BE49-F238E27FC236}">
                <a16:creationId xmlns:a16="http://schemas.microsoft.com/office/drawing/2014/main" id="{171D95BA-90C4-2FFE-D325-189CA048AED6}"/>
              </a:ext>
            </a:extLst>
          </p:cNvPr>
          <p:cNvSpPr txBox="1"/>
          <p:nvPr/>
        </p:nvSpPr>
        <p:spPr>
          <a:xfrm>
            <a:off x="1066800" y="2197509"/>
            <a:ext cx="6297561" cy="1938992"/>
          </a:xfrm>
          <a:prstGeom prst="rect">
            <a:avLst/>
          </a:prstGeom>
          <a:solidFill>
            <a:schemeClr val="accent1">
              <a:lumMod val="40000"/>
              <a:lumOff val="60000"/>
            </a:schemeClr>
          </a:solidFill>
        </p:spPr>
        <p:txBody>
          <a:bodyPr wrap="square" rtlCol="0">
            <a:spAutoFit/>
          </a:bodyPr>
          <a:lstStyle/>
          <a:p>
            <a:pPr marL="285750" indent="-285750">
              <a:buFont typeface="Arial" panose="020B0604020202020204" pitchFamily="34" charset="0"/>
              <a:buChar char="•"/>
            </a:pPr>
            <a:r>
              <a:rPr lang="en-US" sz="2000" dirty="0">
                <a:solidFill>
                  <a:schemeClr val="bg1"/>
                </a:solidFill>
              </a:rPr>
              <a:t> To understand the composition and trends of Netflix’s content library.</a:t>
            </a:r>
          </a:p>
          <a:p>
            <a:pPr marL="285750" indent="-285750">
              <a:buFont typeface="Arial" panose="020B0604020202020204" pitchFamily="34" charset="0"/>
              <a:buChar char="•"/>
            </a:pPr>
            <a:r>
              <a:rPr lang="en-US" sz="2000" dirty="0">
                <a:solidFill>
                  <a:schemeClr val="bg1"/>
                </a:solidFill>
              </a:rPr>
              <a:t>To analyze movies and TV shows based on country, genre, release year, and ratings.</a:t>
            </a:r>
          </a:p>
          <a:p>
            <a:pPr marL="285750" indent="-285750">
              <a:buFont typeface="Arial" panose="020B0604020202020204" pitchFamily="34" charset="0"/>
              <a:buChar char="•"/>
            </a:pPr>
            <a:r>
              <a:rPr lang="en-US" sz="2000" dirty="0">
                <a:solidFill>
                  <a:schemeClr val="bg1"/>
                </a:solidFill>
              </a:rPr>
              <a:t>To visualize data insights through graphs and charts.</a:t>
            </a:r>
          </a:p>
          <a:p>
            <a:pPr marL="285750" indent="-285750">
              <a:buFont typeface="Arial" panose="020B0604020202020204" pitchFamily="34" charset="0"/>
              <a:buChar char="•"/>
            </a:pPr>
            <a:r>
              <a:rPr lang="en-US" sz="2000" dirty="0">
                <a:solidFill>
                  <a:schemeClr val="bg1"/>
                </a:solidFill>
              </a:rPr>
              <a:t>To identify patterns in Netflix’s content strategy</a:t>
            </a:r>
          </a:p>
        </p:txBody>
      </p:sp>
      <p:pic>
        <p:nvPicPr>
          <p:cNvPr id="10" name="Picture 9">
            <a:extLst>
              <a:ext uri="{FF2B5EF4-FFF2-40B4-BE49-F238E27FC236}">
                <a16:creationId xmlns:a16="http://schemas.microsoft.com/office/drawing/2014/main" id="{E0E73CFF-BDC6-AC0F-B106-40BF23021B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1893" y="609600"/>
            <a:ext cx="3875139" cy="5043948"/>
          </a:xfrm>
          <a:prstGeom prst="rect">
            <a:avLst/>
          </a:prstGeom>
        </p:spPr>
      </p:pic>
    </p:spTree>
    <p:extLst>
      <p:ext uri="{BB962C8B-B14F-4D97-AF65-F5344CB8AC3E}">
        <p14:creationId xmlns:p14="http://schemas.microsoft.com/office/powerpoint/2010/main" val="55698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74CE2-0CF0-2090-86EC-F26D7C6E43B2}"/>
              </a:ext>
            </a:extLst>
          </p:cNvPr>
          <p:cNvSpPr>
            <a:spLocks noGrp="1"/>
          </p:cNvSpPr>
          <p:nvPr>
            <p:ph type="title"/>
          </p:nvPr>
        </p:nvSpPr>
        <p:spPr>
          <a:xfrm>
            <a:off x="577646" y="550607"/>
            <a:ext cx="5891980" cy="1456267"/>
          </a:xfrm>
          <a:solidFill>
            <a:schemeClr val="tx1">
              <a:lumMod val="95000"/>
            </a:schemeClr>
          </a:solidFill>
        </p:spPr>
        <p:txBody>
          <a:bodyPr/>
          <a:lstStyle/>
          <a:p>
            <a:r>
              <a:rPr lang="en-US" dirty="0">
                <a:solidFill>
                  <a:schemeClr val="bg1"/>
                </a:solidFill>
                <a:latin typeface="Arial Black" panose="020B0A04020102020204" pitchFamily="34" charset="0"/>
              </a:rPr>
              <a:t>Introduction</a:t>
            </a:r>
            <a:r>
              <a:rPr lang="en-US" dirty="0">
                <a:gradFill>
                  <a:gsLst>
                    <a:gs pos="100000">
                      <a:schemeClr val="accent4">
                        <a:lumMod val="75000"/>
                      </a:schemeClr>
                    </a:gs>
                    <a:gs pos="0">
                      <a:schemeClr val="accent1">
                        <a:lumMod val="30000"/>
                        <a:lumOff val="70000"/>
                      </a:schemeClr>
                    </a:gs>
                  </a:gsLst>
                  <a:lin ang="5400000" scaled="1"/>
                </a:gradFill>
                <a:latin typeface="Arial Black" panose="020B0A04020102020204" pitchFamily="34" charset="0"/>
              </a:rPr>
              <a:t> </a:t>
            </a:r>
            <a:r>
              <a:rPr lang="en-US" dirty="0">
                <a:solidFill>
                  <a:schemeClr val="bg1"/>
                </a:solidFill>
                <a:latin typeface="Arial Black" panose="020B0A04020102020204" pitchFamily="34" charset="0"/>
              </a:rPr>
              <a:t>:</a:t>
            </a:r>
          </a:p>
        </p:txBody>
      </p:sp>
      <p:sp>
        <p:nvSpPr>
          <p:cNvPr id="4" name="TextBox 3">
            <a:extLst>
              <a:ext uri="{FF2B5EF4-FFF2-40B4-BE49-F238E27FC236}">
                <a16:creationId xmlns:a16="http://schemas.microsoft.com/office/drawing/2014/main" id="{879B71EE-0576-7209-3EFA-4A541C2E2C23}"/>
              </a:ext>
            </a:extLst>
          </p:cNvPr>
          <p:cNvSpPr txBox="1"/>
          <p:nvPr/>
        </p:nvSpPr>
        <p:spPr>
          <a:xfrm flipH="1">
            <a:off x="577646" y="2483810"/>
            <a:ext cx="6649064" cy="2308324"/>
          </a:xfrm>
          <a:prstGeom prst="rect">
            <a:avLst/>
          </a:prstGeom>
          <a:noFill/>
        </p:spPr>
        <p:txBody>
          <a:bodyPr wrap="square" rtlCol="0">
            <a:spAutoFit/>
          </a:bodyPr>
          <a:lstStyle/>
          <a:p>
            <a:r>
              <a:rPr lang="en-US" dirty="0"/>
              <a:t> </a:t>
            </a:r>
            <a:r>
              <a:rPr lang="en-US" dirty="0">
                <a:solidFill>
                  <a:srgbClr val="FFC000"/>
                </a:solidFill>
              </a:rPr>
              <a:t>This project performs </a:t>
            </a:r>
            <a:r>
              <a:rPr lang="en-US" b="1" dirty="0">
                <a:solidFill>
                  <a:srgbClr val="FFC000"/>
                </a:solidFill>
              </a:rPr>
              <a:t>Exploratory Data Analysis (EDA)</a:t>
            </a:r>
            <a:r>
              <a:rPr lang="en-US" dirty="0">
                <a:solidFill>
                  <a:srgbClr val="FFC000"/>
                </a:solidFill>
              </a:rPr>
              <a:t> on Netflix’s Movies and TV Shows dataset. The dataset includes information like title, director, cast, country, release year, rating, duration, and type of content. The goal is to gain meaningful insights into Netflix’s content distribution and trends. Through data cleaning, visualization, and analysis, the project helps understand what kind of content Netflix produces most, how it has evolved over time, and which countries contribute the most to its library.</a:t>
            </a:r>
          </a:p>
        </p:txBody>
      </p:sp>
      <p:pic>
        <p:nvPicPr>
          <p:cNvPr id="5" name="Picture 4">
            <a:extLst>
              <a:ext uri="{FF2B5EF4-FFF2-40B4-BE49-F238E27FC236}">
                <a16:creationId xmlns:a16="http://schemas.microsoft.com/office/drawing/2014/main" id="{E4A7E6C5-8213-F579-1C0A-9F6921A1CF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6710" y="457200"/>
            <a:ext cx="4788310" cy="5373329"/>
          </a:xfrm>
          <a:prstGeom prst="rect">
            <a:avLst/>
          </a:prstGeom>
        </p:spPr>
      </p:pic>
    </p:spTree>
    <p:extLst>
      <p:ext uri="{BB962C8B-B14F-4D97-AF65-F5344CB8AC3E}">
        <p14:creationId xmlns:p14="http://schemas.microsoft.com/office/powerpoint/2010/main" val="2614668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EEA7B9-48EE-F0AC-F56F-74C466FB8B9E}"/>
              </a:ext>
            </a:extLst>
          </p:cNvPr>
          <p:cNvSpPr txBox="1"/>
          <p:nvPr/>
        </p:nvSpPr>
        <p:spPr>
          <a:xfrm>
            <a:off x="206477" y="412955"/>
            <a:ext cx="5889523" cy="1200329"/>
          </a:xfrm>
          <a:prstGeom prst="rect">
            <a:avLst/>
          </a:prstGeom>
          <a:noFill/>
        </p:spPr>
        <p:txBody>
          <a:bodyPr wrap="square" rtlCol="0">
            <a:spAutoFit/>
          </a:bodyPr>
          <a:lstStyle/>
          <a:p>
            <a:r>
              <a:rPr lang="en-US" sz="3600" b="1" dirty="0">
                <a:solidFill>
                  <a:schemeClr val="bg2">
                    <a:lumMod val="75000"/>
                  </a:schemeClr>
                </a:solidFill>
                <a:latin typeface="Arial Black" panose="020B0A04020102020204" pitchFamily="34" charset="0"/>
              </a:rPr>
              <a:t>LIBRARIES AND TECHNOLOGIES USED</a:t>
            </a:r>
          </a:p>
        </p:txBody>
      </p:sp>
      <p:sp>
        <p:nvSpPr>
          <p:cNvPr id="7" name="TextBox 6">
            <a:extLst>
              <a:ext uri="{FF2B5EF4-FFF2-40B4-BE49-F238E27FC236}">
                <a16:creationId xmlns:a16="http://schemas.microsoft.com/office/drawing/2014/main" id="{C13851E5-AEC9-77B1-D963-BAE4B57D439C}"/>
              </a:ext>
            </a:extLst>
          </p:cNvPr>
          <p:cNvSpPr txBox="1"/>
          <p:nvPr/>
        </p:nvSpPr>
        <p:spPr>
          <a:xfrm>
            <a:off x="442450" y="1887794"/>
            <a:ext cx="5417575" cy="4801314"/>
          </a:xfrm>
          <a:prstGeom prst="rect">
            <a:avLst/>
          </a:prstGeom>
          <a:solidFill>
            <a:schemeClr val="tx1">
              <a:lumMod val="95000"/>
            </a:schemeClr>
          </a:solidFill>
        </p:spPr>
        <p:txBody>
          <a:bodyPr wrap="square" rtlCol="0">
            <a:spAutoFit/>
          </a:bodyPr>
          <a:lstStyle/>
          <a:p>
            <a:pPr marL="285750" indent="-285750">
              <a:buFont typeface="Arial" panose="020B0604020202020204" pitchFamily="34" charset="0"/>
              <a:buChar char="•"/>
            </a:pPr>
            <a:r>
              <a:rPr lang="en-US" b="1" dirty="0">
                <a:solidFill>
                  <a:schemeClr val="bg1">
                    <a:lumMod val="95000"/>
                    <a:lumOff val="5000"/>
                  </a:schemeClr>
                </a:solidFill>
              </a:rPr>
              <a:t>Programming Language:</a:t>
            </a:r>
            <a:r>
              <a:rPr lang="en-US" dirty="0">
                <a:solidFill>
                  <a:schemeClr val="bg1">
                    <a:lumMod val="95000"/>
                    <a:lumOff val="5000"/>
                  </a:schemeClr>
                </a:solidFill>
              </a:rPr>
              <a:t> Python</a:t>
            </a:r>
          </a:p>
          <a:p>
            <a:pPr marL="285750" indent="-285750">
              <a:buFont typeface="Arial" panose="020B0604020202020204" pitchFamily="34" charset="0"/>
              <a:buChar char="•"/>
            </a:pPr>
            <a:r>
              <a:rPr lang="en-US" b="1" dirty="0">
                <a:solidFill>
                  <a:schemeClr val="bg1">
                    <a:lumMod val="95000"/>
                    <a:lumOff val="5000"/>
                  </a:schemeClr>
                </a:solidFill>
              </a:rPr>
              <a:t>Libraries Used:</a:t>
            </a:r>
          </a:p>
          <a:p>
            <a:pPr marL="285750" indent="-285750">
              <a:buFont typeface="Wingdings" panose="05000000000000000000" pitchFamily="2" charset="2"/>
              <a:buChar char="Ø"/>
            </a:pPr>
            <a:r>
              <a:rPr lang="en-US" dirty="0">
                <a:solidFill>
                  <a:schemeClr val="bg1">
                    <a:lumMod val="95000"/>
                    <a:lumOff val="5000"/>
                  </a:schemeClr>
                </a:solidFill>
              </a:rPr>
              <a:t> </a:t>
            </a:r>
            <a:r>
              <a:rPr lang="en-US" b="1" dirty="0" err="1">
                <a:solidFill>
                  <a:schemeClr val="bg1">
                    <a:lumMod val="95000"/>
                    <a:lumOff val="5000"/>
                  </a:schemeClr>
                </a:solidFill>
              </a:rPr>
              <a:t>Numpy</a:t>
            </a:r>
            <a:r>
              <a:rPr lang="en-US" dirty="0">
                <a:solidFill>
                  <a:schemeClr val="bg1">
                    <a:lumMod val="95000"/>
                    <a:lumOff val="5000"/>
                  </a:schemeClr>
                </a:solidFill>
              </a:rPr>
              <a:t> for data manipulation</a:t>
            </a:r>
          </a:p>
          <a:p>
            <a:pPr marL="285750" indent="-285750">
              <a:buFont typeface="Wingdings" panose="05000000000000000000" pitchFamily="2" charset="2"/>
              <a:buChar char="Ø"/>
            </a:pPr>
            <a:r>
              <a:rPr lang="en-US" b="1" dirty="0">
                <a:solidFill>
                  <a:schemeClr val="bg1">
                    <a:lumMod val="95000"/>
                    <a:lumOff val="5000"/>
                  </a:schemeClr>
                </a:solidFill>
              </a:rPr>
              <a:t>Matplotlib</a:t>
            </a:r>
          </a:p>
          <a:p>
            <a:pPr marL="285750" indent="-285750">
              <a:buFont typeface="Wingdings" panose="05000000000000000000" pitchFamily="2" charset="2"/>
              <a:buChar char="Ø"/>
            </a:pPr>
            <a:r>
              <a:rPr lang="en-US" b="1" dirty="0" err="1">
                <a:solidFill>
                  <a:schemeClr val="bg1">
                    <a:lumMod val="95000"/>
                    <a:lumOff val="5000"/>
                  </a:schemeClr>
                </a:solidFill>
              </a:rPr>
              <a:t>Sckit</a:t>
            </a:r>
            <a:r>
              <a:rPr lang="en-US" dirty="0">
                <a:solidFill>
                  <a:schemeClr val="bg1">
                    <a:lumMod val="95000"/>
                    <a:lumOff val="5000"/>
                  </a:schemeClr>
                </a:solidFill>
              </a:rPr>
              <a:t> learn for predictive modeling</a:t>
            </a:r>
          </a:p>
          <a:p>
            <a:pPr marL="285750" indent="-285750">
              <a:buFont typeface="Wingdings" panose="05000000000000000000" pitchFamily="2" charset="2"/>
              <a:buChar char="Ø"/>
            </a:pPr>
            <a:r>
              <a:rPr lang="en-US" b="1" dirty="0" err="1">
                <a:solidFill>
                  <a:schemeClr val="bg1">
                    <a:lumMod val="95000"/>
                    <a:lumOff val="5000"/>
                  </a:schemeClr>
                </a:solidFill>
              </a:rPr>
              <a:t>Joblib</a:t>
            </a:r>
            <a:r>
              <a:rPr lang="en-US" dirty="0">
                <a:solidFill>
                  <a:schemeClr val="bg1">
                    <a:lumMod val="95000"/>
                    <a:lumOff val="5000"/>
                  </a:schemeClr>
                </a:solidFill>
              </a:rPr>
              <a:t> for model serialization</a:t>
            </a:r>
          </a:p>
          <a:p>
            <a:pPr marL="285750" indent="-285750">
              <a:buFont typeface="Arial" panose="020B0604020202020204" pitchFamily="34" charset="0"/>
              <a:buChar char="•"/>
            </a:pPr>
            <a:r>
              <a:rPr lang="en-US" b="1" dirty="0">
                <a:solidFill>
                  <a:schemeClr val="bg1">
                    <a:lumMod val="95000"/>
                    <a:lumOff val="5000"/>
                  </a:schemeClr>
                </a:solidFill>
              </a:rPr>
              <a:t>Deployment and Interface:</a:t>
            </a:r>
          </a:p>
          <a:p>
            <a:pPr marL="285750" indent="-285750">
              <a:buFont typeface="Wingdings" panose="05000000000000000000" pitchFamily="2" charset="2"/>
              <a:buChar char="Ø"/>
            </a:pPr>
            <a:r>
              <a:rPr lang="en-US" b="1" dirty="0" err="1">
                <a:solidFill>
                  <a:schemeClr val="bg1">
                    <a:lumMod val="95000"/>
                    <a:lumOff val="5000"/>
                  </a:schemeClr>
                </a:solidFill>
              </a:rPr>
              <a:t>Streamlit</a:t>
            </a:r>
            <a:r>
              <a:rPr lang="en-US" b="1" dirty="0">
                <a:solidFill>
                  <a:schemeClr val="bg1">
                    <a:lumMod val="95000"/>
                    <a:lumOff val="5000"/>
                  </a:schemeClr>
                </a:solidFill>
              </a:rPr>
              <a:t> </a:t>
            </a:r>
            <a:r>
              <a:rPr lang="en-US" dirty="0">
                <a:solidFill>
                  <a:schemeClr val="bg1">
                    <a:lumMod val="95000"/>
                    <a:lumOff val="5000"/>
                  </a:schemeClr>
                </a:solidFill>
              </a:rPr>
              <a:t>for rapid development</a:t>
            </a:r>
          </a:p>
          <a:p>
            <a:pPr marL="285750" indent="-285750">
              <a:buFont typeface="Wingdings" panose="05000000000000000000" pitchFamily="2" charset="2"/>
              <a:buChar char="Ø"/>
            </a:pPr>
            <a:r>
              <a:rPr lang="en-US" b="1" dirty="0">
                <a:solidFill>
                  <a:schemeClr val="bg1">
                    <a:lumMod val="95000"/>
                    <a:lumOff val="5000"/>
                  </a:schemeClr>
                </a:solidFill>
              </a:rPr>
              <a:t>Render</a:t>
            </a:r>
            <a:r>
              <a:rPr lang="en-US" dirty="0">
                <a:solidFill>
                  <a:schemeClr val="bg1">
                    <a:lumMod val="95000"/>
                    <a:lumOff val="5000"/>
                  </a:schemeClr>
                </a:solidFill>
              </a:rPr>
              <a:t> for cloud deployment </a:t>
            </a:r>
          </a:p>
          <a:p>
            <a:pPr marL="285750" indent="-285750">
              <a:buFont typeface="Arial" panose="020B0604020202020204" pitchFamily="34" charset="0"/>
              <a:buChar char="•"/>
            </a:pPr>
            <a:r>
              <a:rPr lang="en-US" b="1" dirty="0">
                <a:solidFill>
                  <a:schemeClr val="bg1">
                    <a:lumMod val="95000"/>
                    <a:lumOff val="5000"/>
                  </a:schemeClr>
                </a:solidFill>
              </a:rPr>
              <a:t>Dataset Source:</a:t>
            </a:r>
            <a:r>
              <a:rPr lang="en-US" dirty="0">
                <a:solidFill>
                  <a:schemeClr val="bg1">
                    <a:lumMod val="95000"/>
                    <a:lumOff val="5000"/>
                  </a:schemeClr>
                </a:solidFill>
              </a:rPr>
              <a:t> </a:t>
            </a:r>
          </a:p>
          <a:p>
            <a:pPr marL="285750" indent="-285750">
              <a:buFont typeface="Wingdings" panose="05000000000000000000" pitchFamily="2" charset="2"/>
              <a:buChar char="Ø"/>
            </a:pPr>
            <a:r>
              <a:rPr lang="en-US" dirty="0">
                <a:solidFill>
                  <a:schemeClr val="bg1">
                    <a:lumMod val="95000"/>
                    <a:lumOff val="5000"/>
                  </a:schemeClr>
                </a:solidFill>
              </a:rPr>
              <a:t>Kaggle</a:t>
            </a:r>
          </a:p>
          <a:p>
            <a:pPr marL="285750" indent="-285750">
              <a:buFont typeface="Wingdings" panose="05000000000000000000" pitchFamily="2" charset="2"/>
              <a:buChar char="Ø"/>
            </a:pPr>
            <a:r>
              <a:rPr lang="en-US" dirty="0">
                <a:solidFill>
                  <a:schemeClr val="bg1">
                    <a:lumMod val="95000"/>
                    <a:lumOff val="5000"/>
                  </a:schemeClr>
                </a:solidFill>
              </a:rPr>
              <a:t>Mymoviedb.csv provides rich features for Netflix shows EDA</a:t>
            </a:r>
          </a:p>
          <a:p>
            <a:pPr marL="285750" indent="-285750">
              <a:buFont typeface="Wingdings" panose="05000000000000000000" pitchFamily="2" charset="2"/>
              <a:buChar char="Ø"/>
            </a:pPr>
            <a:r>
              <a:rPr lang="en-US" dirty="0">
                <a:solidFill>
                  <a:schemeClr val="bg1">
                    <a:lumMod val="95000"/>
                    <a:lumOff val="5000"/>
                  </a:schemeClr>
                </a:solidFill>
              </a:rPr>
              <a:t>Development in </a:t>
            </a:r>
            <a:r>
              <a:rPr lang="en-US" b="1" dirty="0" err="1">
                <a:solidFill>
                  <a:schemeClr val="bg1">
                    <a:lumMod val="95000"/>
                    <a:lumOff val="5000"/>
                  </a:schemeClr>
                </a:solidFill>
              </a:rPr>
              <a:t>Jupyter</a:t>
            </a:r>
            <a:r>
              <a:rPr lang="en-US" b="1" dirty="0">
                <a:solidFill>
                  <a:schemeClr val="bg1">
                    <a:lumMod val="95000"/>
                    <a:lumOff val="5000"/>
                  </a:schemeClr>
                </a:solidFill>
              </a:rPr>
              <a:t> Notebook</a:t>
            </a:r>
            <a:r>
              <a:rPr lang="en-US" dirty="0">
                <a:solidFill>
                  <a:schemeClr val="bg1">
                    <a:lumMod val="95000"/>
                    <a:lumOff val="5000"/>
                  </a:schemeClr>
                </a:solidFill>
              </a:rPr>
              <a:t> and version control with </a:t>
            </a:r>
            <a:r>
              <a:rPr lang="en-US" b="1" dirty="0">
                <a:solidFill>
                  <a:schemeClr val="bg1">
                    <a:lumMod val="95000"/>
                    <a:lumOff val="5000"/>
                  </a:schemeClr>
                </a:solidFill>
              </a:rPr>
              <a:t>GitHub</a:t>
            </a:r>
            <a:endParaRPr lang="en-US" dirty="0">
              <a:solidFill>
                <a:schemeClr val="bg1">
                  <a:lumMod val="95000"/>
                  <a:lumOff val="5000"/>
                </a:schemeClr>
              </a:solidFill>
            </a:endParaRP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solidFill>
                <a:schemeClr val="bg2">
                  <a:lumMod val="50000"/>
                </a:schemeClr>
              </a:solidFill>
            </a:endParaRPr>
          </a:p>
        </p:txBody>
      </p:sp>
      <p:pic>
        <p:nvPicPr>
          <p:cNvPr id="4" name="Picture 3">
            <a:extLst>
              <a:ext uri="{FF2B5EF4-FFF2-40B4-BE49-F238E27FC236}">
                <a16:creationId xmlns:a16="http://schemas.microsoft.com/office/drawing/2014/main" id="{1602BD8F-C640-63CB-0FEB-06489DDEDB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5097" y="674738"/>
            <a:ext cx="4827638" cy="5726062"/>
          </a:xfrm>
          <a:prstGeom prst="rect">
            <a:avLst/>
          </a:prstGeom>
        </p:spPr>
      </p:pic>
    </p:spTree>
    <p:extLst>
      <p:ext uri="{BB962C8B-B14F-4D97-AF65-F5344CB8AC3E}">
        <p14:creationId xmlns:p14="http://schemas.microsoft.com/office/powerpoint/2010/main" val="2319232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20000">
              <a:srgbClr val="C00000"/>
            </a:gs>
            <a:gs pos="78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D5165-DD02-2B0C-738B-84EAFE0CA6FB}"/>
              </a:ext>
            </a:extLst>
          </p:cNvPr>
          <p:cNvSpPr>
            <a:spLocks noGrp="1"/>
          </p:cNvSpPr>
          <p:nvPr>
            <p:ph type="title"/>
          </p:nvPr>
        </p:nvSpPr>
        <p:spPr>
          <a:solidFill>
            <a:schemeClr val="tx1">
              <a:lumMod val="95000"/>
            </a:schemeClr>
          </a:solidFill>
        </p:spPr>
        <p:txBody>
          <a:bodyPr/>
          <a:lstStyle/>
          <a:p>
            <a:r>
              <a:rPr lang="en-US" b="1" dirty="0">
                <a:solidFill>
                  <a:schemeClr val="bg1"/>
                </a:solidFill>
                <a:latin typeface="Arial Black" panose="020B0A04020102020204" pitchFamily="34" charset="0"/>
              </a:rPr>
              <a:t>PROJECT WORKING:</a:t>
            </a:r>
          </a:p>
        </p:txBody>
      </p:sp>
      <p:pic>
        <p:nvPicPr>
          <p:cNvPr id="4" name="Picture 3">
            <a:extLst>
              <a:ext uri="{FF2B5EF4-FFF2-40B4-BE49-F238E27FC236}">
                <a16:creationId xmlns:a16="http://schemas.microsoft.com/office/drawing/2014/main" id="{4AAE4720-AB31-DBDC-E78A-6434D24693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229" y="1976284"/>
            <a:ext cx="5669772" cy="4367618"/>
          </a:xfrm>
          <a:prstGeom prst="rect">
            <a:avLst/>
          </a:prstGeom>
        </p:spPr>
      </p:pic>
      <p:pic>
        <p:nvPicPr>
          <p:cNvPr id="6" name="Picture 5">
            <a:extLst>
              <a:ext uri="{FF2B5EF4-FFF2-40B4-BE49-F238E27FC236}">
                <a16:creationId xmlns:a16="http://schemas.microsoft.com/office/drawing/2014/main" id="{7D187D25-C5AD-9EA9-999B-5C0124E931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4064" y="1976284"/>
            <a:ext cx="5511962" cy="4272116"/>
          </a:xfrm>
          <a:prstGeom prst="rect">
            <a:avLst/>
          </a:prstGeom>
        </p:spPr>
      </p:pic>
    </p:spTree>
    <p:extLst>
      <p:ext uri="{BB962C8B-B14F-4D97-AF65-F5344CB8AC3E}">
        <p14:creationId xmlns:p14="http://schemas.microsoft.com/office/powerpoint/2010/main" val="17603292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94000">
              <a:schemeClr val="tx1">
                <a:lumMod val="95000"/>
              </a:schemeClr>
            </a:gs>
            <a:gs pos="38000">
              <a:srgbClr val="C00000"/>
            </a:gs>
          </a:gsLst>
          <a:lin ang="5400000" scaled="1"/>
        </a:gra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C449F83-DF57-6E2D-8447-692E0E4B17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063" y="254727"/>
            <a:ext cx="5082022" cy="4008467"/>
          </a:xfrm>
          <a:prstGeom prst="rect">
            <a:avLst/>
          </a:prstGeom>
        </p:spPr>
      </p:pic>
      <p:pic>
        <p:nvPicPr>
          <p:cNvPr id="6" name="Picture 5">
            <a:extLst>
              <a:ext uri="{FF2B5EF4-FFF2-40B4-BE49-F238E27FC236}">
                <a16:creationId xmlns:a16="http://schemas.microsoft.com/office/drawing/2014/main" id="{CA12844D-E795-81C4-4D9D-97C036CCAF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8226" y="1636253"/>
            <a:ext cx="5796711" cy="4686706"/>
          </a:xfrm>
          <a:prstGeom prst="rect">
            <a:avLst/>
          </a:prstGeom>
        </p:spPr>
      </p:pic>
    </p:spTree>
    <p:extLst>
      <p:ext uri="{BB962C8B-B14F-4D97-AF65-F5344CB8AC3E}">
        <p14:creationId xmlns:p14="http://schemas.microsoft.com/office/powerpoint/2010/main" val="1632443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12000">
              <a:srgbClr val="C00000"/>
            </a:gs>
            <a:gs pos="89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9DD947-1005-FABB-5D90-2D9DB38F81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7058" y="168207"/>
            <a:ext cx="4883031" cy="3886537"/>
          </a:xfrm>
          <a:prstGeom prst="rect">
            <a:avLst/>
          </a:prstGeom>
        </p:spPr>
      </p:pic>
      <p:pic>
        <p:nvPicPr>
          <p:cNvPr id="6" name="Picture 5">
            <a:extLst>
              <a:ext uri="{FF2B5EF4-FFF2-40B4-BE49-F238E27FC236}">
                <a16:creationId xmlns:a16="http://schemas.microsoft.com/office/drawing/2014/main" id="{C52F111B-5C32-4FC1-1470-646F9259F3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3115" y="2111476"/>
            <a:ext cx="5527297" cy="3817951"/>
          </a:xfrm>
          <a:prstGeom prst="rect">
            <a:avLst/>
          </a:prstGeom>
        </p:spPr>
      </p:pic>
    </p:spTree>
    <p:extLst>
      <p:ext uri="{BB962C8B-B14F-4D97-AF65-F5344CB8AC3E}">
        <p14:creationId xmlns:p14="http://schemas.microsoft.com/office/powerpoint/2010/main" val="16305383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30000">
              <a:srgbClr val="C00000"/>
            </a:gs>
            <a:gs pos="75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5F1771-717D-8077-C8AF-F2538B2021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266" y="0"/>
            <a:ext cx="5936903" cy="2812026"/>
          </a:xfrm>
          <a:prstGeom prst="rect">
            <a:avLst/>
          </a:prstGeom>
        </p:spPr>
      </p:pic>
      <p:pic>
        <p:nvPicPr>
          <p:cNvPr id="5" name="Picture 4">
            <a:extLst>
              <a:ext uri="{FF2B5EF4-FFF2-40B4-BE49-F238E27FC236}">
                <a16:creationId xmlns:a16="http://schemas.microsoft.com/office/drawing/2014/main" id="{6D3568AA-75CD-FD3B-52EA-0D7948DC3E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5096" y="206476"/>
            <a:ext cx="4947674" cy="3501341"/>
          </a:xfrm>
          <a:prstGeom prst="rect">
            <a:avLst/>
          </a:prstGeom>
        </p:spPr>
      </p:pic>
      <p:pic>
        <p:nvPicPr>
          <p:cNvPr id="7" name="Picture 6">
            <a:extLst>
              <a:ext uri="{FF2B5EF4-FFF2-40B4-BE49-F238E27FC236}">
                <a16:creationId xmlns:a16="http://schemas.microsoft.com/office/drawing/2014/main" id="{65DB0298-FD07-4E00-B734-DCCCB484780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9733" y="3964568"/>
            <a:ext cx="10592718" cy="2812027"/>
          </a:xfrm>
          <a:prstGeom prst="rect">
            <a:avLst/>
          </a:prstGeom>
        </p:spPr>
      </p:pic>
    </p:spTree>
    <p:extLst>
      <p:ext uri="{BB962C8B-B14F-4D97-AF65-F5344CB8AC3E}">
        <p14:creationId xmlns:p14="http://schemas.microsoft.com/office/powerpoint/2010/main" val="39670549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F4F7CE-5890-2CD1-B32D-C855E2278F2F}"/>
              </a:ext>
            </a:extLst>
          </p:cNvPr>
          <p:cNvSpPr txBox="1"/>
          <p:nvPr/>
        </p:nvSpPr>
        <p:spPr>
          <a:xfrm>
            <a:off x="860321" y="693174"/>
            <a:ext cx="3692014" cy="584775"/>
          </a:xfrm>
          <a:prstGeom prst="rect">
            <a:avLst/>
          </a:prstGeom>
          <a:noFill/>
        </p:spPr>
        <p:txBody>
          <a:bodyPr wrap="square" rtlCol="0">
            <a:spAutoFit/>
          </a:bodyPr>
          <a:lstStyle/>
          <a:p>
            <a:r>
              <a:rPr lang="en-US" sz="3200" b="1" dirty="0">
                <a:solidFill>
                  <a:srgbClr val="002060"/>
                </a:solidFill>
                <a:latin typeface="Arial Black" panose="020B0A04020102020204" pitchFamily="34" charset="0"/>
              </a:rPr>
              <a:t>APPLICATIONS:</a:t>
            </a:r>
          </a:p>
        </p:txBody>
      </p:sp>
      <p:sp>
        <p:nvSpPr>
          <p:cNvPr id="3" name="TextBox 2">
            <a:extLst>
              <a:ext uri="{FF2B5EF4-FFF2-40B4-BE49-F238E27FC236}">
                <a16:creationId xmlns:a16="http://schemas.microsoft.com/office/drawing/2014/main" id="{47C9DCC4-050A-5B8A-A4EA-2E2D9B5F3E5B}"/>
              </a:ext>
            </a:extLst>
          </p:cNvPr>
          <p:cNvSpPr txBox="1"/>
          <p:nvPr/>
        </p:nvSpPr>
        <p:spPr>
          <a:xfrm>
            <a:off x="5638800" y="2974258"/>
            <a:ext cx="914400" cy="369332"/>
          </a:xfrm>
          <a:prstGeom prst="rect">
            <a:avLst/>
          </a:prstGeom>
          <a:noFill/>
        </p:spPr>
        <p:txBody>
          <a:bodyPr wrap="square" rtlCol="0">
            <a:spAutoFit/>
          </a:bodyPr>
          <a:lstStyle/>
          <a:p>
            <a:r>
              <a:rPr lang="en-US" dirty="0"/>
              <a:t>n</a:t>
            </a:r>
          </a:p>
        </p:txBody>
      </p:sp>
      <p:sp>
        <p:nvSpPr>
          <p:cNvPr id="4" name="Rectangle 1">
            <a:extLst>
              <a:ext uri="{FF2B5EF4-FFF2-40B4-BE49-F238E27FC236}">
                <a16:creationId xmlns:a16="http://schemas.microsoft.com/office/drawing/2014/main" id="{8FB71672-424E-D22D-E671-0EF546AB9151}"/>
              </a:ext>
            </a:extLst>
          </p:cNvPr>
          <p:cNvSpPr>
            <a:spLocks noChangeArrowheads="1"/>
          </p:cNvSpPr>
          <p:nvPr/>
        </p:nvSpPr>
        <p:spPr bwMode="auto">
          <a:xfrm>
            <a:off x="476865" y="1866262"/>
            <a:ext cx="6592529"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Helps Netflix and other streaming services understand global content trends.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Useful for data analysts and entertainment researchers.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Supports decision-making in content acquisition and production.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Educational use for learning data visualization and analytics.</a:t>
            </a:r>
          </a:p>
        </p:txBody>
      </p:sp>
      <p:pic>
        <p:nvPicPr>
          <p:cNvPr id="6" name="Picture 5">
            <a:extLst>
              <a:ext uri="{FF2B5EF4-FFF2-40B4-BE49-F238E27FC236}">
                <a16:creationId xmlns:a16="http://schemas.microsoft.com/office/drawing/2014/main" id="{74BE8F5F-87DF-A7D1-3952-565959C2C7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8713" y="841280"/>
            <a:ext cx="3946422" cy="5004620"/>
          </a:xfrm>
          <a:prstGeom prst="rect">
            <a:avLst/>
          </a:prstGeom>
        </p:spPr>
      </p:pic>
    </p:spTree>
    <p:extLst>
      <p:ext uri="{BB962C8B-B14F-4D97-AF65-F5344CB8AC3E}">
        <p14:creationId xmlns:p14="http://schemas.microsoft.com/office/powerpoint/2010/main" val="2549884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87B63B6-4EE6-A634-1BF8-8F43FADC4858}"/>
              </a:ext>
            </a:extLst>
          </p:cNvPr>
          <p:cNvSpPr/>
          <p:nvPr/>
        </p:nvSpPr>
        <p:spPr>
          <a:xfrm>
            <a:off x="825910" y="1868129"/>
            <a:ext cx="4581832" cy="4660490"/>
          </a:xfrm>
          <a:prstGeom prst="rect">
            <a:avLst/>
          </a:prstGeom>
          <a:solidFill>
            <a:schemeClr val="accent1">
              <a:lumMod val="60000"/>
              <a:lumOff val="40000"/>
            </a:schemeClr>
          </a:solidFill>
          <a:scene3d>
            <a:camera prst="orthographicFront">
              <a:rot lat="0" lon="0" rev="0"/>
            </a:camera>
            <a:lightRig rig="threePt" dir="t"/>
          </a:scene3d>
          <a:sp3d>
            <a:bevelT w="203200" prst="angle"/>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DE05175-17B0-5A18-46D8-F53CAFB890E2}"/>
              </a:ext>
            </a:extLst>
          </p:cNvPr>
          <p:cNvSpPr/>
          <p:nvPr/>
        </p:nvSpPr>
        <p:spPr>
          <a:xfrm>
            <a:off x="6685937" y="1799303"/>
            <a:ext cx="4866968" cy="4660490"/>
          </a:xfrm>
          <a:prstGeom prst="rect">
            <a:avLst/>
          </a:prstGeom>
          <a:solidFill>
            <a:schemeClr val="accent1">
              <a:lumMod val="60000"/>
              <a:lumOff val="40000"/>
            </a:schemeClr>
          </a:solidFill>
          <a:scene3d>
            <a:camera prst="orthographicFront"/>
            <a:lightRig rig="threePt" dir="t"/>
          </a:scene3d>
          <a:sp3d>
            <a:bevelT w="23495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5CD27D1-A907-3983-45B7-FA0AD1885E16}"/>
              </a:ext>
            </a:extLst>
          </p:cNvPr>
          <p:cNvSpPr txBox="1"/>
          <p:nvPr/>
        </p:nvSpPr>
        <p:spPr>
          <a:xfrm>
            <a:off x="1524000" y="2182761"/>
            <a:ext cx="3126658" cy="646331"/>
          </a:xfrm>
          <a:prstGeom prst="rect">
            <a:avLst/>
          </a:prstGeom>
          <a:noFill/>
        </p:spPr>
        <p:txBody>
          <a:bodyPr wrap="square" rtlCol="0">
            <a:spAutoFit/>
          </a:bodyPr>
          <a:lstStyle/>
          <a:p>
            <a:r>
              <a:rPr lang="en-US" sz="3600" b="1" dirty="0">
                <a:solidFill>
                  <a:schemeClr val="bg1"/>
                </a:solidFill>
              </a:rPr>
              <a:t>CHALLENGES</a:t>
            </a:r>
          </a:p>
        </p:txBody>
      </p:sp>
      <p:sp>
        <p:nvSpPr>
          <p:cNvPr id="5" name="TextBox 4">
            <a:extLst>
              <a:ext uri="{FF2B5EF4-FFF2-40B4-BE49-F238E27FC236}">
                <a16:creationId xmlns:a16="http://schemas.microsoft.com/office/drawing/2014/main" id="{7181AB94-D939-C9F0-D56F-8F9E3E125EA0}"/>
              </a:ext>
            </a:extLst>
          </p:cNvPr>
          <p:cNvSpPr txBox="1"/>
          <p:nvPr/>
        </p:nvSpPr>
        <p:spPr>
          <a:xfrm>
            <a:off x="7511847" y="2182761"/>
            <a:ext cx="3411794" cy="646331"/>
          </a:xfrm>
          <a:prstGeom prst="rect">
            <a:avLst/>
          </a:prstGeom>
          <a:noFill/>
        </p:spPr>
        <p:txBody>
          <a:bodyPr wrap="square" rtlCol="0">
            <a:spAutoFit/>
          </a:bodyPr>
          <a:lstStyle/>
          <a:p>
            <a:r>
              <a:rPr lang="en-US" sz="3600" b="1" dirty="0">
                <a:solidFill>
                  <a:schemeClr val="bg1"/>
                </a:solidFill>
              </a:rPr>
              <a:t>SOLUTIONS</a:t>
            </a:r>
          </a:p>
        </p:txBody>
      </p:sp>
      <p:sp>
        <p:nvSpPr>
          <p:cNvPr id="6" name="TextBox 5">
            <a:extLst>
              <a:ext uri="{FF2B5EF4-FFF2-40B4-BE49-F238E27FC236}">
                <a16:creationId xmlns:a16="http://schemas.microsoft.com/office/drawing/2014/main" id="{005F2E23-D856-A680-ED8D-B16EFD0C992F}"/>
              </a:ext>
            </a:extLst>
          </p:cNvPr>
          <p:cNvSpPr txBox="1"/>
          <p:nvPr/>
        </p:nvSpPr>
        <p:spPr>
          <a:xfrm>
            <a:off x="1022554" y="2900516"/>
            <a:ext cx="4129549" cy="3816429"/>
          </a:xfrm>
          <a:prstGeom prst="rect">
            <a:avLst/>
          </a:prstGeom>
          <a:noFill/>
        </p:spPr>
        <p:txBody>
          <a:bodyPr wrap="square" rtlCol="0">
            <a:spAutoFit/>
          </a:bodyPr>
          <a:lstStyle/>
          <a:p>
            <a:pPr lvl="0" defTabSz="914400" eaLnBrk="0" fontAlgn="base" hangingPunct="0">
              <a:spcBef>
                <a:spcPct val="0"/>
              </a:spcBef>
              <a:spcAft>
                <a:spcPct val="0"/>
              </a:spcAft>
            </a:pPr>
            <a:r>
              <a:rPr lang="en-US" altLang="en-US" b="1" dirty="0">
                <a:solidFill>
                  <a:schemeClr val="bg2">
                    <a:lumMod val="75000"/>
                  </a:schemeClr>
                </a:solidFill>
                <a:latin typeface="Arial" panose="020B0604020202020204" pitchFamily="34" charset="0"/>
              </a:rPr>
              <a:t>Missing Values:</a:t>
            </a:r>
            <a:br>
              <a:rPr lang="en-US" altLang="en-US" dirty="0">
                <a:solidFill>
                  <a:schemeClr val="bg2">
                    <a:lumMod val="75000"/>
                  </a:schemeClr>
                </a:solidFill>
                <a:latin typeface="Arial" panose="020B0604020202020204" pitchFamily="34" charset="0"/>
              </a:rPr>
            </a:br>
            <a:r>
              <a:rPr lang="en-US" altLang="en-US" dirty="0">
                <a:latin typeface="Arial" panose="020B0604020202020204" pitchFamily="34" charset="0"/>
              </a:rPr>
              <a:t>Many entries in </a:t>
            </a:r>
            <a:r>
              <a:rPr lang="en-US" altLang="en-US" i="1" dirty="0">
                <a:latin typeface="Arial" panose="020B0604020202020204" pitchFamily="34" charset="0"/>
              </a:rPr>
              <a:t>director</a:t>
            </a:r>
            <a:r>
              <a:rPr lang="en-US" altLang="en-US" dirty="0">
                <a:latin typeface="Arial" panose="020B0604020202020204" pitchFamily="34" charset="0"/>
              </a:rPr>
              <a:t>, </a:t>
            </a:r>
            <a:r>
              <a:rPr lang="en-US" altLang="en-US" i="1" dirty="0">
                <a:latin typeface="Arial" panose="020B0604020202020204" pitchFamily="34" charset="0"/>
              </a:rPr>
              <a:t>cast</a:t>
            </a:r>
            <a:r>
              <a:rPr lang="en-US" altLang="en-US" dirty="0">
                <a:latin typeface="Arial" panose="020B0604020202020204" pitchFamily="34" charset="0"/>
              </a:rPr>
              <a:t>, and </a:t>
            </a:r>
            <a:r>
              <a:rPr lang="en-US" altLang="en-US" i="1" dirty="0">
                <a:latin typeface="Arial" panose="020B0604020202020204" pitchFamily="34" charset="0"/>
              </a:rPr>
              <a:t>country</a:t>
            </a:r>
            <a:r>
              <a:rPr lang="en-US" altLang="en-US" dirty="0">
                <a:latin typeface="Arial" panose="020B0604020202020204" pitchFamily="34" charset="0"/>
              </a:rPr>
              <a:t> columns were missing.</a:t>
            </a:r>
            <a:br>
              <a:rPr lang="en-US" altLang="en-US" dirty="0">
                <a:latin typeface="Arial" panose="020B0604020202020204" pitchFamily="34" charset="0"/>
              </a:rPr>
            </a:br>
            <a:r>
              <a:rPr lang="en-US" altLang="en-US" b="1" dirty="0">
                <a:solidFill>
                  <a:schemeClr val="bg2">
                    <a:lumMod val="75000"/>
                  </a:schemeClr>
                </a:solidFill>
                <a:latin typeface="Arial" panose="020B0604020202020204" pitchFamily="34" charset="0"/>
              </a:rPr>
              <a:t>Duplicate Records:</a:t>
            </a:r>
            <a:br>
              <a:rPr lang="en-US" altLang="en-US" dirty="0">
                <a:solidFill>
                  <a:schemeClr val="bg2">
                    <a:lumMod val="75000"/>
                  </a:schemeClr>
                </a:solidFill>
                <a:latin typeface="Arial" panose="020B0604020202020204" pitchFamily="34" charset="0"/>
              </a:rPr>
            </a:br>
            <a:r>
              <a:rPr lang="en-US" altLang="en-US" dirty="0">
                <a:latin typeface="Arial" panose="020B0604020202020204" pitchFamily="34" charset="0"/>
              </a:rPr>
              <a:t>Some titles appeared more than once in the dataset.</a:t>
            </a:r>
            <a:br>
              <a:rPr lang="en-US" altLang="en-US" dirty="0">
                <a:latin typeface="Arial" panose="020B0604020202020204" pitchFamily="34" charset="0"/>
              </a:rPr>
            </a:br>
            <a:r>
              <a:rPr lang="en-US" altLang="en-US" b="1" dirty="0">
                <a:solidFill>
                  <a:schemeClr val="bg2">
                    <a:lumMod val="75000"/>
                  </a:schemeClr>
                </a:solidFill>
                <a:latin typeface="Arial" panose="020B0604020202020204" pitchFamily="34" charset="0"/>
              </a:rPr>
              <a:t>Unformatted Dates and Durations:</a:t>
            </a:r>
            <a:br>
              <a:rPr lang="en-US" altLang="en-US" dirty="0">
                <a:solidFill>
                  <a:schemeClr val="bg2">
                    <a:lumMod val="75000"/>
                  </a:schemeClr>
                </a:solidFill>
                <a:latin typeface="Arial" panose="020B0604020202020204" pitchFamily="34" charset="0"/>
              </a:rPr>
            </a:br>
            <a:r>
              <a:rPr lang="en-US" altLang="en-US" dirty="0">
                <a:latin typeface="Arial" panose="020B0604020202020204" pitchFamily="34" charset="0"/>
              </a:rPr>
              <a:t>The </a:t>
            </a:r>
            <a:r>
              <a:rPr lang="en-US" altLang="en-US" i="1" dirty="0" err="1">
                <a:latin typeface="Arial" panose="020B0604020202020204" pitchFamily="34" charset="0"/>
              </a:rPr>
              <a:t>date_added</a:t>
            </a:r>
            <a:r>
              <a:rPr lang="en-US" altLang="en-US" dirty="0">
                <a:latin typeface="Arial" panose="020B0604020202020204" pitchFamily="34" charset="0"/>
              </a:rPr>
              <a:t> and </a:t>
            </a:r>
            <a:r>
              <a:rPr lang="en-US" altLang="en-US" i="1" dirty="0">
                <a:latin typeface="Arial" panose="020B0604020202020204" pitchFamily="34" charset="0"/>
              </a:rPr>
              <a:t>duration</a:t>
            </a:r>
            <a:r>
              <a:rPr lang="en-US" altLang="en-US" dirty="0">
                <a:latin typeface="Arial" panose="020B0604020202020204" pitchFamily="34" charset="0"/>
              </a:rPr>
              <a:t> columns had inconsistent formats.</a:t>
            </a:r>
            <a:br>
              <a:rPr lang="en-US" altLang="en-US" dirty="0">
                <a:latin typeface="Arial" panose="020B0604020202020204" pitchFamily="34" charset="0"/>
              </a:rPr>
            </a:br>
            <a:r>
              <a:rPr lang="en-US" altLang="en-US" sz="800" dirty="0"/>
              <a:t>.</a:t>
            </a:r>
            <a:endParaRPr lang="en-US" altLang="en-US" dirty="0">
              <a:latin typeface="Arial" panose="020B0604020202020204" pitchFamily="34" charset="0"/>
            </a:endParaRPr>
          </a:p>
          <a:p>
            <a:pPr lvl="0" defTabSz="914400" eaLnBrk="0" fontAlgn="base" hangingPunct="0">
              <a:spcBef>
                <a:spcPct val="0"/>
              </a:spcBef>
              <a:spcAft>
                <a:spcPct val="0"/>
              </a:spcAft>
            </a:pPr>
            <a:r>
              <a:rPr lang="en-US" altLang="en-US" b="1" dirty="0">
                <a:solidFill>
                  <a:schemeClr val="bg2">
                    <a:lumMod val="75000"/>
                  </a:schemeClr>
                </a:solidFill>
                <a:latin typeface="Arial" panose="020B0604020202020204" pitchFamily="34" charset="0"/>
              </a:rPr>
              <a:t>Cluttered Visualizations:</a:t>
            </a:r>
            <a:br>
              <a:rPr lang="en-US" altLang="en-US" dirty="0">
                <a:solidFill>
                  <a:schemeClr val="bg1"/>
                </a:solidFill>
                <a:latin typeface="Arial" panose="020B0604020202020204" pitchFamily="34" charset="0"/>
              </a:rPr>
            </a:br>
            <a:r>
              <a:rPr lang="en-US" altLang="en-US" dirty="0">
                <a:latin typeface="Arial" panose="020B0604020202020204" pitchFamily="34" charset="0"/>
              </a:rPr>
              <a:t>Graphs were overcrowded with too many categories.</a:t>
            </a:r>
            <a:br>
              <a:rPr lang="en-US" altLang="en-US" dirty="0">
                <a:latin typeface="Arial" panose="020B0604020202020204" pitchFamily="34" charset="0"/>
              </a:rPr>
            </a:br>
            <a:endParaRPr lang="en-US" dirty="0"/>
          </a:p>
        </p:txBody>
      </p:sp>
      <p:sp>
        <p:nvSpPr>
          <p:cNvPr id="7" name="TextBox 6">
            <a:extLst>
              <a:ext uri="{FF2B5EF4-FFF2-40B4-BE49-F238E27FC236}">
                <a16:creationId xmlns:a16="http://schemas.microsoft.com/office/drawing/2014/main" id="{5A65BEA2-85A5-6D7F-B284-1F9FED6934C2}"/>
              </a:ext>
            </a:extLst>
          </p:cNvPr>
          <p:cNvSpPr txBox="1"/>
          <p:nvPr/>
        </p:nvSpPr>
        <p:spPr>
          <a:xfrm>
            <a:off x="6813755" y="2829092"/>
            <a:ext cx="4552335" cy="3293209"/>
          </a:xfrm>
          <a:prstGeom prst="rect">
            <a:avLst/>
          </a:prstGeom>
          <a:noFill/>
        </p:spPr>
        <p:txBody>
          <a:bodyPr wrap="square" rtlCol="0">
            <a:spAutoFit/>
          </a:bodyPr>
          <a:lstStyle/>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 Filled missing values with “Unknown” or  removed incomplete rows using Pandas.</a:t>
            </a:r>
          </a:p>
          <a:p>
            <a:pPr marL="285750" lvl="0" indent="-285750" defTabSz="914400" eaLnBrk="0" fontAlgn="base" hangingPunct="0">
              <a:spcBef>
                <a:spcPct val="0"/>
              </a:spcBef>
              <a:spcAft>
                <a:spcPct val="0"/>
              </a:spcAft>
              <a:buFont typeface="Arial" panose="020B0604020202020204" pitchFamily="34" charset="0"/>
              <a:buChar char="•"/>
            </a:pPr>
            <a:br>
              <a:rPr lang="en-US" altLang="en-US" dirty="0">
                <a:latin typeface="Arial" panose="020B0604020202020204" pitchFamily="34" charset="0"/>
              </a:rPr>
            </a:br>
            <a:r>
              <a:rPr lang="en-US" altLang="en-US" dirty="0">
                <a:latin typeface="Arial" panose="020B0604020202020204" pitchFamily="34" charset="0"/>
              </a:rPr>
              <a:t>Used </a:t>
            </a:r>
            <a:r>
              <a:rPr lang="en-US" altLang="en-US" sz="1600" dirty="0" err="1">
                <a:latin typeface="Arial Unicode MS"/>
              </a:rPr>
              <a:t>drop_duplicates</a:t>
            </a:r>
            <a:r>
              <a:rPr lang="en-US" altLang="en-US" sz="1600" dirty="0">
                <a:latin typeface="Arial Unicode MS"/>
              </a:rPr>
              <a:t>()</a:t>
            </a:r>
            <a:r>
              <a:rPr lang="en-US" altLang="en-US" sz="1600" dirty="0"/>
              <a:t> </a:t>
            </a:r>
            <a:r>
              <a:rPr lang="en-US" altLang="en-US" dirty="0"/>
              <a:t>to clean the data and ensure accuracy.</a:t>
            </a:r>
          </a:p>
          <a:p>
            <a:pPr marL="171450" lvl="0" indent="-171450" defTabSz="914400" eaLnBrk="0" fontAlgn="base" hangingPunct="0">
              <a:spcBef>
                <a:spcPct val="0"/>
              </a:spcBef>
              <a:spcAft>
                <a:spcPct val="0"/>
              </a:spcAft>
              <a:buFont typeface="Arial" panose="020B0604020202020204" pitchFamily="34" charset="0"/>
              <a:buChar char="•"/>
            </a:pPr>
            <a:endParaRPr lang="en-US" altLang="en-US" sz="1600" dirty="0"/>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Converted them to proper formats using </a:t>
            </a:r>
            <a:r>
              <a:rPr lang="en-US" altLang="en-US" sz="1600" dirty="0" err="1">
                <a:latin typeface="Arial Unicode MS"/>
              </a:rPr>
              <a:t>pd.to_datetime</a:t>
            </a:r>
            <a:r>
              <a:rPr lang="en-US" altLang="en-US" sz="1600" dirty="0">
                <a:latin typeface="Arial Unicode MS"/>
              </a:rPr>
              <a:t>()</a:t>
            </a:r>
            <a:r>
              <a:rPr lang="en-US" altLang="en-US" sz="1600" dirty="0"/>
              <a:t> and string operations.</a:t>
            </a:r>
          </a:p>
          <a:p>
            <a:pPr marL="285750" lvl="0" indent="-285750" defTabSz="914400" eaLnBrk="0" fontAlgn="base" hangingPunct="0">
              <a:spcBef>
                <a:spcPct val="0"/>
              </a:spcBef>
              <a:spcAft>
                <a:spcPct val="0"/>
              </a:spcAft>
              <a:buFont typeface="Arial" panose="020B0604020202020204" pitchFamily="34" charset="0"/>
              <a:buChar char="•"/>
            </a:pPr>
            <a:endParaRPr lang="en-US" altLang="en-US" sz="1600" dirty="0">
              <a:latin typeface="Arial" panose="020B0604020202020204" pitchFamily="34" charset="0"/>
            </a:endParaRPr>
          </a:p>
          <a:p>
            <a:pPr marL="285750" lvl="0" indent="-285750" defTabSz="91440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 Displayed only top 10 values for better clarity and presentation</a:t>
            </a:r>
            <a:endParaRPr lang="en-US" dirty="0"/>
          </a:p>
        </p:txBody>
      </p:sp>
      <p:sp>
        <p:nvSpPr>
          <p:cNvPr id="11" name="TextBox 10">
            <a:extLst>
              <a:ext uri="{FF2B5EF4-FFF2-40B4-BE49-F238E27FC236}">
                <a16:creationId xmlns:a16="http://schemas.microsoft.com/office/drawing/2014/main" id="{A70D0EA5-9B77-456E-5326-C7B19B9E9EC2}"/>
              </a:ext>
            </a:extLst>
          </p:cNvPr>
          <p:cNvSpPr txBox="1"/>
          <p:nvPr/>
        </p:nvSpPr>
        <p:spPr>
          <a:xfrm>
            <a:off x="570271" y="265471"/>
            <a:ext cx="7492181" cy="1200329"/>
          </a:xfrm>
          <a:prstGeom prst="rect">
            <a:avLst/>
          </a:prstGeom>
          <a:solidFill>
            <a:schemeClr val="accent1">
              <a:lumMod val="75000"/>
            </a:schemeClr>
          </a:solidFill>
        </p:spPr>
        <p:txBody>
          <a:bodyPr wrap="square" rtlCol="0">
            <a:spAutoFit/>
          </a:bodyPr>
          <a:lstStyle/>
          <a:p>
            <a:r>
              <a:rPr lang="en-US" sz="3600" b="1" dirty="0">
                <a:solidFill>
                  <a:schemeClr val="bg1">
                    <a:lumMod val="95000"/>
                    <a:lumOff val="5000"/>
                  </a:schemeClr>
                </a:solidFill>
                <a:latin typeface="Algerian" panose="04020705040A02060702" pitchFamily="82" charset="0"/>
              </a:rPr>
              <a:t>PROBLEM Faced and its solutions:</a:t>
            </a:r>
          </a:p>
        </p:txBody>
      </p:sp>
    </p:spTree>
    <p:extLst>
      <p:ext uri="{BB962C8B-B14F-4D97-AF65-F5344CB8AC3E}">
        <p14:creationId xmlns:p14="http://schemas.microsoft.com/office/powerpoint/2010/main" val="726947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7813D-4DD0-3222-3952-48D6E683D6D4}"/>
              </a:ext>
            </a:extLst>
          </p:cNvPr>
          <p:cNvSpPr txBox="1"/>
          <p:nvPr/>
        </p:nvSpPr>
        <p:spPr>
          <a:xfrm>
            <a:off x="506361" y="398206"/>
            <a:ext cx="4242620" cy="584775"/>
          </a:xfrm>
          <a:prstGeom prst="rect">
            <a:avLst/>
          </a:prstGeom>
          <a:noFill/>
        </p:spPr>
        <p:txBody>
          <a:bodyPr wrap="square" rtlCol="0">
            <a:spAutoFit/>
          </a:bodyPr>
          <a:lstStyle/>
          <a:p>
            <a:r>
              <a:rPr lang="en-US" sz="3200" b="1" dirty="0">
                <a:solidFill>
                  <a:schemeClr val="bg1"/>
                </a:solidFill>
                <a:latin typeface="Arial Black" panose="020B0A04020102020204" pitchFamily="34" charset="0"/>
                <a:cs typeface="Arial" panose="020B0604020202020204" pitchFamily="34" charset="0"/>
              </a:rPr>
              <a:t>FUTURE SCOPE</a:t>
            </a:r>
            <a:r>
              <a:rPr lang="en-US" sz="3200" dirty="0">
                <a:solidFill>
                  <a:schemeClr val="bg2">
                    <a:lumMod val="75000"/>
                  </a:schemeClr>
                </a:solidFill>
                <a:latin typeface="Arial Black" panose="020B0A04020102020204" pitchFamily="34" charset="0"/>
              </a:rPr>
              <a:t>:</a:t>
            </a:r>
          </a:p>
        </p:txBody>
      </p:sp>
      <p:sp>
        <p:nvSpPr>
          <p:cNvPr id="4" name="TextBox 3">
            <a:extLst>
              <a:ext uri="{FF2B5EF4-FFF2-40B4-BE49-F238E27FC236}">
                <a16:creationId xmlns:a16="http://schemas.microsoft.com/office/drawing/2014/main" id="{4BDD496F-0AE9-0570-0D1F-1BAFCAB6FA17}"/>
              </a:ext>
            </a:extLst>
          </p:cNvPr>
          <p:cNvSpPr txBox="1"/>
          <p:nvPr/>
        </p:nvSpPr>
        <p:spPr>
          <a:xfrm>
            <a:off x="825911" y="1789470"/>
            <a:ext cx="5427405" cy="2308324"/>
          </a:xfrm>
          <a:prstGeom prst="rect">
            <a:avLst/>
          </a:prstGeom>
          <a:solidFill>
            <a:schemeClr val="tx1">
              <a:lumMod val="95000"/>
            </a:schemeClr>
          </a:solidFill>
        </p:spPr>
        <p:txBody>
          <a:bodyPr wrap="square" rtlCol="0">
            <a:spAutoFit/>
          </a:bodyPr>
          <a:lstStyle/>
          <a:p>
            <a:pPr marL="285750" indent="-285750">
              <a:buFont typeface="Arial" panose="020B0604020202020204" pitchFamily="34" charset="0"/>
              <a:buChar char="•"/>
            </a:pPr>
            <a:r>
              <a:rPr lang="en-US" dirty="0">
                <a:solidFill>
                  <a:schemeClr val="bg1">
                    <a:lumMod val="95000"/>
                    <a:lumOff val="5000"/>
                  </a:schemeClr>
                </a:solidFill>
              </a:rPr>
              <a:t>Extend analysis using machine learning to predict content popularity.</a:t>
            </a:r>
          </a:p>
          <a:p>
            <a:pPr marL="285750" indent="-285750">
              <a:buFont typeface="Arial" panose="020B0604020202020204" pitchFamily="34" charset="0"/>
              <a:buChar char="•"/>
            </a:pPr>
            <a:r>
              <a:rPr lang="en-US" dirty="0">
                <a:solidFill>
                  <a:schemeClr val="bg1">
                    <a:lumMod val="95000"/>
                    <a:lumOff val="5000"/>
                  </a:schemeClr>
                </a:solidFill>
              </a:rPr>
              <a:t>Include IMDb ratings and viewer engagement data for deeper insights.</a:t>
            </a:r>
          </a:p>
          <a:p>
            <a:pPr marL="285750" indent="-285750">
              <a:buFont typeface="Arial" panose="020B0604020202020204" pitchFamily="34" charset="0"/>
              <a:buChar char="•"/>
            </a:pPr>
            <a:r>
              <a:rPr lang="en-US" dirty="0">
                <a:solidFill>
                  <a:schemeClr val="bg1">
                    <a:lumMod val="95000"/>
                    <a:lumOff val="5000"/>
                  </a:schemeClr>
                </a:solidFill>
              </a:rPr>
              <a:t>Create an interactive dashboard using Power BI or Tableau.</a:t>
            </a:r>
          </a:p>
          <a:p>
            <a:pPr marL="285750" indent="-285750">
              <a:buFont typeface="Arial" panose="020B0604020202020204" pitchFamily="34" charset="0"/>
              <a:buChar char="•"/>
            </a:pPr>
            <a:r>
              <a:rPr lang="en-US" dirty="0">
                <a:solidFill>
                  <a:schemeClr val="bg1">
                    <a:lumMod val="95000"/>
                    <a:lumOff val="5000"/>
                  </a:schemeClr>
                </a:solidFill>
              </a:rPr>
              <a:t>Automate updates with Netflix’s latest data through APIs.</a:t>
            </a:r>
          </a:p>
        </p:txBody>
      </p:sp>
      <p:pic>
        <p:nvPicPr>
          <p:cNvPr id="7" name="Picture 6">
            <a:extLst>
              <a:ext uri="{FF2B5EF4-FFF2-40B4-BE49-F238E27FC236}">
                <a16:creationId xmlns:a16="http://schemas.microsoft.com/office/drawing/2014/main" id="{AEC95249-C787-ECC3-0BD7-D4C69101AF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25149" y="832515"/>
            <a:ext cx="4660490" cy="4742375"/>
          </a:xfrm>
          <a:prstGeom prst="rect">
            <a:avLst/>
          </a:prstGeom>
          <a:effectLst>
            <a:outerShdw blurRad="50800" dist="2540000" dir="2940000" sx="11000" sy="11000" algn="ctr" rotWithShape="0">
              <a:srgbClr val="000000">
                <a:alpha val="43137"/>
              </a:srgbClr>
            </a:outerShdw>
            <a:reflection endPos="21000" dist="50800" dir="5400000" sy="-100000" algn="bl" rotWithShape="0"/>
          </a:effectLst>
        </p:spPr>
      </p:pic>
    </p:spTree>
    <p:extLst>
      <p:ext uri="{BB962C8B-B14F-4D97-AF65-F5344CB8AC3E}">
        <p14:creationId xmlns:p14="http://schemas.microsoft.com/office/powerpoint/2010/main" val="2890091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E647D1-90A1-AC03-D408-B2E3AB3CADF8}"/>
              </a:ext>
            </a:extLst>
          </p:cNvPr>
          <p:cNvSpPr txBox="1"/>
          <p:nvPr/>
        </p:nvSpPr>
        <p:spPr>
          <a:xfrm>
            <a:off x="594852" y="270387"/>
            <a:ext cx="3918154" cy="1200329"/>
          </a:xfrm>
          <a:prstGeom prst="rect">
            <a:avLst/>
          </a:prstGeom>
          <a:noFill/>
        </p:spPr>
        <p:txBody>
          <a:bodyPr wrap="square" rtlCol="0">
            <a:spAutoFit/>
          </a:bodyPr>
          <a:lstStyle/>
          <a:p>
            <a:r>
              <a:rPr lang="en-US" sz="3600" b="1" dirty="0">
                <a:solidFill>
                  <a:schemeClr val="bg2">
                    <a:lumMod val="50000"/>
                  </a:schemeClr>
                </a:solidFill>
                <a:latin typeface="Arial Black" panose="020B0A04020102020204" pitchFamily="34" charset="0"/>
              </a:rPr>
              <a:t>PROJECT LINK :</a:t>
            </a:r>
          </a:p>
        </p:txBody>
      </p:sp>
      <p:sp>
        <p:nvSpPr>
          <p:cNvPr id="3" name="TextBox 2">
            <a:extLst>
              <a:ext uri="{FF2B5EF4-FFF2-40B4-BE49-F238E27FC236}">
                <a16:creationId xmlns:a16="http://schemas.microsoft.com/office/drawing/2014/main" id="{98704481-E4C6-DEA5-5F4F-CA2558DB0578}"/>
              </a:ext>
            </a:extLst>
          </p:cNvPr>
          <p:cNvSpPr txBox="1"/>
          <p:nvPr/>
        </p:nvSpPr>
        <p:spPr>
          <a:xfrm>
            <a:off x="594852" y="2099187"/>
            <a:ext cx="5196348" cy="1477328"/>
          </a:xfrm>
          <a:prstGeom prst="rect">
            <a:avLst/>
          </a:prstGeom>
          <a:solidFill>
            <a:schemeClr val="tx1">
              <a:lumMod val="95000"/>
            </a:schemeClr>
          </a:solidFill>
        </p:spPr>
        <p:txBody>
          <a:bodyPr wrap="square" rtlCol="0">
            <a:spAutoFit/>
          </a:bodyPr>
          <a:lstStyle/>
          <a:p>
            <a:pPr marL="342900" indent="-342900">
              <a:buFont typeface="Wingdings" panose="05000000000000000000" pitchFamily="2" charset="2"/>
              <a:buChar char="q"/>
            </a:pPr>
            <a:r>
              <a:rPr lang="en-US" dirty="0">
                <a:solidFill>
                  <a:schemeClr val="bg1"/>
                </a:solidFill>
                <a:hlinkClick r:id="rId2">
                  <a:extLst>
                    <a:ext uri="{A12FA001-AC4F-418D-AE19-62706E023703}">
                      <ahyp:hlinkClr xmlns:ahyp="http://schemas.microsoft.com/office/drawing/2018/hyperlinkcolor" val="tx"/>
                    </a:ext>
                  </a:extLst>
                </a:hlinkClick>
              </a:rPr>
              <a:t>https://github.com/MishraHarsh25/EDA-on-Netflix</a:t>
            </a:r>
            <a:endParaRPr lang="en-US" dirty="0">
              <a:solidFill>
                <a:schemeClr val="bg1"/>
              </a:solidFill>
            </a:endParaRPr>
          </a:p>
          <a:p>
            <a:endParaRPr lang="en-US" dirty="0">
              <a:solidFill>
                <a:schemeClr val="bg1"/>
              </a:solidFill>
            </a:endParaRPr>
          </a:p>
          <a:p>
            <a:pPr marL="342900" indent="-342900">
              <a:buFont typeface="Wingdings" panose="05000000000000000000" pitchFamily="2" charset="2"/>
              <a:buChar char="q"/>
            </a:pPr>
            <a:endParaRPr lang="en-US" dirty="0">
              <a:solidFill>
                <a:schemeClr val="bg1"/>
              </a:solidFill>
            </a:endParaRPr>
          </a:p>
          <a:p>
            <a:pPr marL="342900" indent="-342900">
              <a:buFont typeface="Wingdings" panose="05000000000000000000" pitchFamily="2" charset="2"/>
              <a:buChar char="q"/>
            </a:pPr>
            <a:r>
              <a:rPr lang="en-US" dirty="0">
                <a:solidFill>
                  <a:schemeClr val="bg1"/>
                </a:solidFill>
              </a:rPr>
              <a:t>https://eda-on-netflix-sgse.onrender.com/</a:t>
            </a:r>
          </a:p>
        </p:txBody>
      </p:sp>
    </p:spTree>
    <p:extLst>
      <p:ext uri="{BB962C8B-B14F-4D97-AF65-F5344CB8AC3E}">
        <p14:creationId xmlns:p14="http://schemas.microsoft.com/office/powerpoint/2010/main" val="766138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54B929-DA7C-111F-AAAD-357DB4809D00}"/>
              </a:ext>
            </a:extLst>
          </p:cNvPr>
          <p:cNvSpPr txBox="1"/>
          <p:nvPr/>
        </p:nvSpPr>
        <p:spPr>
          <a:xfrm>
            <a:off x="2212258" y="1789471"/>
            <a:ext cx="7914968" cy="1569660"/>
          </a:xfrm>
          <a:prstGeom prst="rect">
            <a:avLst/>
          </a:prstGeom>
          <a:noFill/>
        </p:spPr>
        <p:txBody>
          <a:bodyPr wrap="square" rtlCol="0">
            <a:spAutoFit/>
          </a:bodyPr>
          <a:lstStyle/>
          <a:p>
            <a:r>
              <a:rPr lang="en-US" sz="9600" dirty="0">
                <a:latin typeface="Algerian" panose="04020705040A02060702" pitchFamily="82" charset="0"/>
              </a:rPr>
              <a:t>THANK YOU</a:t>
            </a:r>
          </a:p>
        </p:txBody>
      </p:sp>
    </p:spTree>
    <p:extLst>
      <p:ext uri="{BB962C8B-B14F-4D97-AF65-F5344CB8AC3E}">
        <p14:creationId xmlns:p14="http://schemas.microsoft.com/office/powerpoint/2010/main" val="21811740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61DDDE80-2DFA-4F2A-B66F-72059846BDAA}"/>
    </a:ext>
  </a:extLst>
</a:theme>
</file>

<file path=docProps/app.xml><?xml version="1.0" encoding="utf-8"?>
<Properties xmlns="http://schemas.openxmlformats.org/officeDocument/2006/extended-properties" xmlns:vt="http://schemas.openxmlformats.org/officeDocument/2006/docPropsVTypes">
  <Template>TM03457452[[fn=Celestial]]</Template>
  <TotalTime>178</TotalTime>
  <Words>465</Words>
  <Application>Microsoft Office PowerPoint</Application>
  <PresentationFormat>Widescreen</PresentationFormat>
  <Paragraphs>57</Paragraphs>
  <Slides>13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Algerian</vt:lpstr>
      <vt:lpstr>Arial</vt:lpstr>
      <vt:lpstr>Arial Black</vt:lpstr>
      <vt:lpstr>Arial Unicode MS</vt:lpstr>
      <vt:lpstr>Calibri</vt:lpstr>
      <vt:lpstr>Calibri Light</vt:lpstr>
      <vt:lpstr>Wingdings</vt:lpstr>
      <vt:lpstr>Celestial</vt:lpstr>
      <vt:lpstr>PowerPoint Presentation</vt:lpstr>
      <vt:lpstr>AGENDA:</vt:lpstr>
      <vt:lpstr>Introduction :</vt:lpstr>
      <vt:lpstr>PowerPoint Presentation</vt:lpstr>
      <vt:lpstr>PROJECT WORKING: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Shreya Singh</dc:creator>
  <cp:lastModifiedBy>Shreya Singh</cp:lastModifiedBy>
  <cp:revision>1</cp:revision>
  <dcterms:created xsi:type="dcterms:W3CDTF">2025-11-11T15:37:24Z</dcterms:created>
  <dcterms:modified xsi:type="dcterms:W3CDTF">2025-11-13T12:36:10Z</dcterms:modified>
</cp:coreProperties>
</file>